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用户提供的方案A第3页视觉稿（罗盘、靶心、火箭图标作为视觉资产保留）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33375" y="1000125"/>
            <a:ext cx="8572500" cy="142875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047750"/>
            <a:ext cx="85725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6346F"/>
                </a:solidFill>
              </a:defRPr>
            </a:pPr>
            <a:r>
              <a:rPr sz="3150" b="1">
                <a:solidFill>
                  <a:srgbClr val="06346F"/>
                </a:solidFill>
              </a:rPr>
              <a:t>高中三年：</a:t>
            </a:r>
            <a:endParaRPr sz="3150" b="1">
              <a:solidFill>
                <a:srgbClr val="06346F"/>
              </a:solidFill>
            </a:endParaRPr>
          </a:p>
          <a:p>
            <a:pPr algn="l">
              <a:defRPr sz="3150" b="1">
                <a:solidFill>
                  <a:srgbClr val="06346F"/>
                </a:solidFill>
              </a:defRPr>
            </a:pPr>
            <a:r>
              <a:rPr sz="3150" b="1">
                <a:solidFill>
                  <a:srgbClr val="06346F"/>
                </a:solidFill>
              </a:rPr>
              <a:t>开放探索  →  聚焦方向  →  执行方案</a:t>
            </a:r>
            <a:endParaRPr sz="3150" b="1">
              <a:solidFill>
                <a:srgbClr val="06346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1619250" y="2762250"/>
            <a:ext cx="2286000" cy="876300"/>
          </a:xfrm>
          <a:prstGeom prst="roundRect">
            <a:avLst>
              <a:gd name="adj" fmla="val 10870"/>
            </a:avLst>
          </a:prstGeom>
          <a:solidFill>
            <a:srgbClr val="0758A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619250" y="28384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高一</a:t>
            </a:r>
            <a:endParaRPr sz="2100" b="1">
              <a:solidFill>
                <a:srgbClr val="FFFFFF"/>
              </a:solidFill>
            </a:endParaRP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开放探索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0" y="2762250"/>
            <a:ext cx="2286000" cy="876300"/>
          </a:xfrm>
          <a:prstGeom prst="roundRect">
            <a:avLst>
              <a:gd name="adj" fmla="val 10870"/>
            </a:avLst>
          </a:prstGeom>
          <a:solidFill>
            <a:srgbClr val="2E9144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28384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高二</a:t>
            </a:r>
            <a:endParaRPr sz="2100" b="1">
              <a:solidFill>
                <a:srgbClr val="FFFFFF"/>
              </a:solidFill>
            </a:endParaRP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验证方向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096375" y="2762250"/>
            <a:ext cx="2286000" cy="876300"/>
          </a:xfrm>
          <a:prstGeom prst="roundRect">
            <a:avLst>
              <a:gd name="adj" fmla="val 10870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96375" y="28384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6843C"/>
                </a:solidFill>
              </a:defRPr>
            </a:pPr>
            <a:r>
              <a:rPr sz="2100" b="1">
                <a:solidFill>
                  <a:srgbClr val="16843C"/>
                </a:solidFill>
              </a:rPr>
              <a:t>高三</a:t>
            </a:r>
            <a:endParaRPr sz="2100" b="1">
              <a:solidFill>
                <a:srgbClr val="16843C"/>
              </a:solidFill>
            </a:endParaRPr>
          </a:p>
          <a:p>
            <a:pPr algn="ctr">
              <a:defRPr sz="2100" b="1">
                <a:solidFill>
                  <a:srgbClr val="16843C"/>
                </a:solidFill>
              </a:defRPr>
            </a:pPr>
            <a:r>
              <a:rPr sz="2100" b="1">
                <a:solidFill>
                  <a:srgbClr val="16843C"/>
                </a:solidFill>
              </a:rPr>
              <a:t>执行方案</a:t>
            </a:r>
            <a:endParaRPr sz="2100" b="1">
              <a:solidFill>
                <a:srgbClr val="16843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4000500"/>
            <a:ext cx="2857500" cy="1571625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4000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758A8"/>
                </a:solidFill>
              </a:defRPr>
            </a:pPr>
            <a:r>
              <a:rPr sz="1500" b="0">
                <a:solidFill>
                  <a:srgbClr val="0758A8"/>
                </a:solidFill>
              </a:rPr>
              <a:t>•  适应高中节奏</a:t>
            </a:r>
            <a:endParaRPr sz="1500" b="0">
              <a:solidFill>
                <a:srgbClr val="0758A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4362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了解学科与自我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724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尝试与发现兴趣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086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建立学习习惯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4000500"/>
            <a:ext cx="2857500" cy="1571625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4000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E9144"/>
                </a:solidFill>
              </a:defRPr>
            </a:pPr>
            <a:r>
              <a:rPr sz="1500" b="0">
                <a:solidFill>
                  <a:srgbClr val="2E9144"/>
                </a:solidFill>
              </a:rPr>
              <a:t>•  验证学科优势</a:t>
            </a:r>
            <a:endParaRPr sz="1500" b="0">
              <a:solidFill>
                <a:srgbClr val="2E914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667250" y="4362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明确目标方向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67250" y="4724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提升学业水平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67250" y="5086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完善升学认知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72500" y="4000500"/>
            <a:ext cx="2857500" cy="1571625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572500" y="4000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6843C"/>
                </a:solidFill>
              </a:defRPr>
            </a:pPr>
            <a:r>
              <a:rPr sz="1500" b="0">
                <a:solidFill>
                  <a:srgbClr val="16843C"/>
                </a:solidFill>
              </a:rPr>
              <a:t>•  确定选科组合</a:t>
            </a:r>
            <a:endParaRPr sz="1500" b="0">
              <a:solidFill>
                <a:srgbClr val="16843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0" y="4362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强化备考策略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0" y="4724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研究志愿方案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72500" y="5086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•  全力冲刺突破</a:t>
            </a:r>
            <a:endParaRPr sz="1500" b="0">
              <a:solidFill>
                <a:srgbClr val="17233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29000" y="5753100"/>
            <a:ext cx="5429250" cy="409575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429000" y="5753100"/>
            <a:ext cx="542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843C"/>
                </a:solidFill>
              </a:defRPr>
            </a:pPr>
            <a:r>
              <a:rPr sz="1800" b="1">
                <a:solidFill>
                  <a:srgbClr val="16843C"/>
                </a:solidFill>
              </a:rPr>
              <a:t>开放探索  →  聚焦方向  →  执行方案</a:t>
            </a:r>
            <a:endParaRPr sz="1800" b="1">
              <a:solidFill>
                <a:srgbClr val="16843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0" y="6315075"/>
            <a:ext cx="12192000" cy="542925"/>
          </a:xfrm>
          <a:prstGeom prst="rect">
            <a:avLst/>
          </a:prstGeom>
          <a:solidFill>
            <a:srgbClr val="003B78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57200" y="6477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新高一规划  |  江苏高中三年规划指南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WPS 演示</Application>
  <PresentationFormat>Converted Presentation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2026-08-09T12:13:12Z</dcterms:created>
  <dcterms:modified xsi:type="dcterms:W3CDTF">2026-08-09T12:13:12Z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14A9FB3C097643BABCD1DB0ED4A27C32_12</vt:lpwstr>
  </property>
  <property fmtid="{D5CDD505-2E9C-101B-9397-08002B2CF9AE}" pid="3" name="KSOProductBuildVer">
    <vt:lpwstr>2052-12.1.0.28022</vt:lpwstr>
  </property>
</Properties>
</file>