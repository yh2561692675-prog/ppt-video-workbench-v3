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Reference image: E:\志愿填报视频资料\03.PPT图片格式\机械类\ChatGPT Image 2026年7月28日 23_56_44 (3).png</a:t>
            </a:r>
          </a:p>
          <a:p>
            <a:r>
              <a:t>Complex visual asset layer: derived from the supplied image with title and card text regions masked. Main title, card titles, keywords, and separators are rebuilt as editable PowerPoint text/shapes.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ditable-main-title"/>
          <p:cNvSpPr>
            <a:spLocks noGrp="1"/>
          </p:cNvSpPr>
          <p:nvPr/>
        </p:nvSpPr>
        <p:spPr>
          <a:xfrm>
            <a:off x="3429000" y="371475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90000"/>
              </a:lnSpc>
              <a:buNone/>
              <a:defRPr sz="32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225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机械类的四大专业方向</a:t>
            </a:r>
            <a:endParaRPr sz="3225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" name="editable-title-mechanical-basis"/>
          <p:cNvSpPr>
            <a:spLocks noGrp="1"/>
          </p:cNvSpPr>
          <p:nvPr/>
        </p:nvSpPr>
        <p:spPr>
          <a:xfrm>
            <a:off x="3581400" y="1933575"/>
            <a:ext cx="171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机械基础</a:t>
            </a:r>
            <a:endParaRPr sz="25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editable-mechanical-basis-structure"/>
          <p:cNvSpPr>
            <a:spLocks noGrp="1"/>
          </p:cNvSpPr>
          <p:nvPr/>
        </p:nvSpPr>
        <p:spPr>
          <a:xfrm>
            <a:off x="3429000" y="2495550"/>
            <a:ext cx="990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结构设计</a:t>
            </a:r>
            <a:endParaRPr sz="1350" b="0">
              <a:solidFill>
                <a:srgbClr val="D6DCE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editable-mechanical-basis-processing"/>
          <p:cNvSpPr>
            <a:spLocks noGrp="1"/>
          </p:cNvSpPr>
          <p:nvPr/>
        </p:nvSpPr>
        <p:spPr>
          <a:xfrm>
            <a:off x="4533900" y="2495550"/>
            <a:ext cx="1028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加工制造</a:t>
            </a:r>
            <a:endParaRPr sz="1350" b="0">
              <a:solidFill>
                <a:srgbClr val="D6DCE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editable-mechanical-basis-separator-1"/>
          <p:cNvSpPr>
            <a:spLocks noGrp="1"/>
          </p:cNvSpPr>
          <p:nvPr/>
        </p:nvSpPr>
        <p:spPr>
          <a:xfrm>
            <a:off x="4391025" y="2514600"/>
            <a:ext cx="23813" cy="20955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7" name="editable-title-mechatronics"/>
          <p:cNvSpPr>
            <a:spLocks noGrp="1"/>
          </p:cNvSpPr>
          <p:nvPr/>
        </p:nvSpPr>
        <p:spPr>
          <a:xfrm>
            <a:off x="9477375" y="1933575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机电融合</a:t>
            </a:r>
            <a:endParaRPr sz="25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editable-mechatronics-mechanical"/>
          <p:cNvSpPr>
            <a:spLocks noGrp="1"/>
          </p:cNvSpPr>
          <p:nvPr/>
        </p:nvSpPr>
        <p:spPr>
          <a:xfrm>
            <a:off x="9429750" y="2495550"/>
            <a:ext cx="55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机械</a:t>
            </a:r>
            <a:endParaRPr sz="1350" b="0">
              <a:solidFill>
                <a:srgbClr val="D6DCE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editable-mechatronics-electronic"/>
          <p:cNvSpPr>
            <a:spLocks noGrp="1"/>
          </p:cNvSpPr>
          <p:nvPr/>
        </p:nvSpPr>
        <p:spPr>
          <a:xfrm>
            <a:off x="10134600" y="2495550"/>
            <a:ext cx="55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电子</a:t>
            </a:r>
            <a:endParaRPr sz="1350" b="0">
              <a:solidFill>
                <a:srgbClr val="D6DCE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editable-mechatronics-control"/>
          <p:cNvSpPr>
            <a:spLocks noGrp="1"/>
          </p:cNvSpPr>
          <p:nvPr/>
        </p:nvSpPr>
        <p:spPr>
          <a:xfrm>
            <a:off x="10848975" y="2495550"/>
            <a:ext cx="55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控制</a:t>
            </a:r>
            <a:endParaRPr sz="1350" b="0">
              <a:solidFill>
                <a:srgbClr val="D6DCE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editable-mechatronics-separator-1"/>
          <p:cNvSpPr>
            <a:spLocks noGrp="1"/>
          </p:cNvSpPr>
          <p:nvPr/>
        </p:nvSpPr>
        <p:spPr>
          <a:xfrm>
            <a:off x="9953625" y="2514600"/>
            <a:ext cx="23813" cy="20955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12" name="editable-mechatronics-separator-2"/>
          <p:cNvSpPr>
            <a:spLocks noGrp="1"/>
          </p:cNvSpPr>
          <p:nvPr/>
        </p:nvSpPr>
        <p:spPr>
          <a:xfrm>
            <a:off x="10677525" y="2514600"/>
            <a:ext cx="23813" cy="20955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13" name="editable-title-frontier-cross"/>
          <p:cNvSpPr>
            <a:spLocks noGrp="1"/>
          </p:cNvSpPr>
          <p:nvPr/>
        </p:nvSpPr>
        <p:spPr>
          <a:xfrm>
            <a:off x="3600450" y="4448175"/>
            <a:ext cx="171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前沿交叉</a:t>
            </a:r>
            <a:endParaRPr sz="25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editable-frontier-smart-manufacturing"/>
          <p:cNvSpPr>
            <a:spLocks noGrp="1"/>
          </p:cNvSpPr>
          <p:nvPr/>
        </p:nvSpPr>
        <p:spPr>
          <a:xfrm>
            <a:off x="3086100" y="5067300"/>
            <a:ext cx="1028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智能制造</a:t>
            </a:r>
            <a:endParaRPr sz="1275" b="0">
              <a:solidFill>
                <a:srgbClr val="D6DCE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editable-frontier-new-energy"/>
          <p:cNvSpPr>
            <a:spLocks noGrp="1"/>
          </p:cNvSpPr>
          <p:nvPr/>
        </p:nvSpPr>
        <p:spPr>
          <a:xfrm>
            <a:off x="4171950" y="506730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新能源</a:t>
            </a:r>
            <a:endParaRPr sz="1275" b="0">
              <a:solidFill>
                <a:srgbClr val="D6DCE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editable-frontier-bionic-design"/>
          <p:cNvSpPr>
            <a:spLocks noGrp="1"/>
          </p:cNvSpPr>
          <p:nvPr/>
        </p:nvSpPr>
        <p:spPr>
          <a:xfrm>
            <a:off x="5067300" y="5067300"/>
            <a:ext cx="1028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仿生设计</a:t>
            </a:r>
            <a:endParaRPr sz="1275" b="0">
              <a:solidFill>
                <a:srgbClr val="D6DCE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editable-frontier-cross-separator-1"/>
          <p:cNvSpPr>
            <a:spLocks noGrp="1"/>
          </p:cNvSpPr>
          <p:nvPr/>
        </p:nvSpPr>
        <p:spPr>
          <a:xfrm>
            <a:off x="3990975" y="5086350"/>
            <a:ext cx="23813" cy="20955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18" name="editable-frontier-cross-separator-2"/>
          <p:cNvSpPr>
            <a:spLocks noGrp="1"/>
          </p:cNvSpPr>
          <p:nvPr/>
        </p:nvSpPr>
        <p:spPr>
          <a:xfrm>
            <a:off x="4772025" y="5086350"/>
            <a:ext cx="23813" cy="20955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  <p:sp>
        <p:nvSpPr>
          <p:cNvPr id="19" name="editable-title-special-needs"/>
          <p:cNvSpPr>
            <a:spLocks noGrp="1"/>
          </p:cNvSpPr>
          <p:nvPr/>
        </p:nvSpPr>
        <p:spPr>
          <a:xfrm>
            <a:off x="9486900" y="4448175"/>
            <a:ext cx="171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F7FA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特种需求</a:t>
            </a:r>
            <a:endParaRPr sz="2550" b="1">
              <a:solidFill>
                <a:srgbClr val="F7FA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editable-special-agricultural-equipment"/>
          <p:cNvSpPr>
            <a:spLocks noGrp="1"/>
          </p:cNvSpPr>
          <p:nvPr/>
        </p:nvSpPr>
        <p:spPr>
          <a:xfrm>
            <a:off x="9353550" y="5067300"/>
            <a:ext cx="1028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农林装备</a:t>
            </a:r>
            <a:endParaRPr sz="1350" b="0">
              <a:solidFill>
                <a:srgbClr val="D6DCE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editable-special-emergency-equipment"/>
          <p:cNvSpPr>
            <a:spLocks noGrp="1"/>
          </p:cNvSpPr>
          <p:nvPr/>
        </p:nvSpPr>
        <p:spPr>
          <a:xfrm>
            <a:off x="10439400" y="5067300"/>
            <a:ext cx="1028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D6DCE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应急装备</a:t>
            </a:r>
            <a:endParaRPr sz="1350" b="0">
              <a:solidFill>
                <a:srgbClr val="D6DCE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editable-special-needs-separator-1"/>
          <p:cNvSpPr>
            <a:spLocks noGrp="1"/>
          </p:cNvSpPr>
          <p:nvPr/>
        </p:nvSpPr>
        <p:spPr>
          <a:xfrm>
            <a:off x="10229850" y="5086350"/>
            <a:ext cx="23813" cy="209550"/>
          </a:xfrm>
          <a:prstGeom prst="rect">
            <a:avLst/>
          </a:prstGeom>
          <a:solidFill>
            <a:srgbClr val="FF7A1A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WPS 演示</Application>
  <PresentationFormat>Converted Presentation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Microsoft YaHei UI</vt:lpstr>
      <vt:lpstr>Arial Narrow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3</cp:revision>
  <dcterms:created xsi:type="dcterms:W3CDTF">2026-07-29T15:34:00Z</dcterms:created>
  <dcterms:modified xsi:type="dcterms:W3CDTF">2026-08-09T12:13:03Z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FE51A126070246DA8B856B42D54D8A9F_13</vt:lpwstr>
  </property>
  <property fmtid="{D5CDD505-2E9C-101B-9397-08002B2CF9AE}" pid="3" name="KSOProductBuildVer">
    <vt:lpwstr>2052-12.1.0.28022</vt:lpwstr>
  </property>
</Properties>
</file>