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2" r:id="rId3"/>
  </p:sldIdLst>
  <p:sldSz cx="15925800" cy="8963025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0" name="图片 3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5925800" cy="8963025"/>
          </a:xfrm>
          <a:prstGeom prst="rect">
            <a:avLst/>
          </a:prstGeom>
        </p:spPr>
      </p:pic>
      <p:sp>
        <p:nvSpPr>
          <p:cNvPr id="2" name="mask-slide7-title"/>
          <p:cNvSpPr>
            <a:spLocks noGrp="1"/>
          </p:cNvSpPr>
          <p:nvPr/>
        </p:nvSpPr>
        <p:spPr>
          <a:xfrm>
            <a:off x="457200" y="266700"/>
            <a:ext cx="9886950" cy="723900"/>
          </a:xfrm>
          <a:prstGeom prst="rect">
            <a:avLst/>
          </a:prstGeom>
          <a:solidFill>
            <a:srgbClr val="F9FBFF"/>
          </a:solidFill>
          <a:ln w="0">
            <a:solidFill>
              <a:srgbClr val="F9FBFF"/>
            </a:solidFill>
            <a:prstDash val="solid"/>
          </a:ln>
        </p:spPr>
      </p:sp>
      <p:sp>
        <p:nvSpPr>
          <p:cNvPr id="3" name="mask-slide7-industry-heading"/>
          <p:cNvSpPr>
            <a:spLocks noGrp="1"/>
          </p:cNvSpPr>
          <p:nvPr/>
        </p:nvSpPr>
        <p:spPr>
          <a:xfrm>
            <a:off x="685800" y="1352550"/>
            <a:ext cx="1714500" cy="457200"/>
          </a:xfrm>
          <a:prstGeom prst="rect">
            <a:avLst/>
          </a:prstGeom>
          <a:solidFill>
            <a:srgbClr val="FAFCFF"/>
          </a:solidFill>
          <a:ln w="0">
            <a:solidFill>
              <a:srgbClr val="FAFCFF"/>
            </a:solidFill>
            <a:prstDash val="solid"/>
          </a:ln>
        </p:spPr>
      </p:sp>
      <p:sp>
        <p:nvSpPr>
          <p:cNvPr id="4" name="mask-slide7-jobs-heading"/>
          <p:cNvSpPr>
            <a:spLocks noGrp="1"/>
          </p:cNvSpPr>
          <p:nvPr/>
        </p:nvSpPr>
        <p:spPr>
          <a:xfrm>
            <a:off x="685800" y="5029200"/>
            <a:ext cx="1714500" cy="457200"/>
          </a:xfrm>
          <a:prstGeom prst="rect">
            <a:avLst/>
          </a:prstGeom>
          <a:solidFill>
            <a:srgbClr val="FAFCFF"/>
          </a:solidFill>
          <a:ln w="0">
            <a:solidFill>
              <a:srgbClr val="FAFCFF"/>
            </a:solidFill>
            <a:prstDash val="solid"/>
          </a:ln>
        </p:spPr>
      </p:sp>
      <p:sp>
        <p:nvSpPr>
          <p:cNvPr id="5" name="mask-slide7-regions-heading"/>
          <p:cNvSpPr>
            <a:spLocks noGrp="1"/>
          </p:cNvSpPr>
          <p:nvPr/>
        </p:nvSpPr>
        <p:spPr>
          <a:xfrm>
            <a:off x="685800" y="6762750"/>
            <a:ext cx="1714500" cy="457200"/>
          </a:xfrm>
          <a:prstGeom prst="rect">
            <a:avLst/>
          </a:prstGeom>
          <a:solidFill>
            <a:srgbClr val="FAFCFF"/>
          </a:solidFill>
          <a:ln w="0">
            <a:solidFill>
              <a:srgbClr val="FAFCFF"/>
            </a:solidFill>
            <a:prstDash val="solid"/>
          </a:ln>
        </p:spPr>
      </p:sp>
      <p:sp>
        <p:nvSpPr>
          <p:cNvPr id="6" name="mask-slide7-industry-1"/>
          <p:cNvSpPr>
            <a:spLocks noGrp="1"/>
          </p:cNvSpPr>
          <p:nvPr/>
        </p:nvSpPr>
        <p:spPr>
          <a:xfrm>
            <a:off x="838200" y="2847975"/>
            <a:ext cx="1685925" cy="428625"/>
          </a:xfrm>
          <a:prstGeom prst="rect">
            <a:avLst/>
          </a:prstGeom>
          <a:solidFill>
            <a:srgbClr val="FCFDFF"/>
          </a:solidFill>
          <a:ln w="0">
            <a:solidFill>
              <a:srgbClr val="FCFDFF"/>
            </a:solidFill>
            <a:prstDash val="solid"/>
          </a:ln>
        </p:spPr>
      </p:sp>
      <p:sp>
        <p:nvSpPr>
          <p:cNvPr id="7" name="mask-slide7-industry-2"/>
          <p:cNvSpPr>
            <a:spLocks noGrp="1"/>
          </p:cNvSpPr>
          <p:nvPr/>
        </p:nvSpPr>
        <p:spPr>
          <a:xfrm>
            <a:off x="3362325" y="2847975"/>
            <a:ext cx="1685925" cy="428625"/>
          </a:xfrm>
          <a:prstGeom prst="rect">
            <a:avLst/>
          </a:prstGeom>
          <a:solidFill>
            <a:srgbClr val="FCFDFF"/>
          </a:solidFill>
          <a:ln w="0">
            <a:solidFill>
              <a:srgbClr val="FCFDFF"/>
            </a:solidFill>
            <a:prstDash val="solid"/>
          </a:ln>
        </p:spPr>
      </p:sp>
      <p:sp>
        <p:nvSpPr>
          <p:cNvPr id="8" name="mask-slide7-industry-3"/>
          <p:cNvSpPr>
            <a:spLocks noGrp="1"/>
          </p:cNvSpPr>
          <p:nvPr/>
        </p:nvSpPr>
        <p:spPr>
          <a:xfrm>
            <a:off x="5876925" y="2847975"/>
            <a:ext cx="1685925" cy="428625"/>
          </a:xfrm>
          <a:prstGeom prst="rect">
            <a:avLst/>
          </a:prstGeom>
          <a:solidFill>
            <a:srgbClr val="FCFDFF"/>
          </a:solidFill>
          <a:ln w="0">
            <a:solidFill>
              <a:srgbClr val="FCFDFF"/>
            </a:solidFill>
            <a:prstDash val="solid"/>
          </a:ln>
        </p:spPr>
      </p:sp>
      <p:sp>
        <p:nvSpPr>
          <p:cNvPr id="9" name="mask-slide7-industry-4"/>
          <p:cNvSpPr>
            <a:spLocks noGrp="1"/>
          </p:cNvSpPr>
          <p:nvPr/>
        </p:nvSpPr>
        <p:spPr>
          <a:xfrm>
            <a:off x="8401050" y="2847975"/>
            <a:ext cx="1685925" cy="428625"/>
          </a:xfrm>
          <a:prstGeom prst="rect">
            <a:avLst/>
          </a:prstGeom>
          <a:solidFill>
            <a:srgbClr val="FCFDFF"/>
          </a:solidFill>
          <a:ln w="0">
            <a:solidFill>
              <a:srgbClr val="FCFDFF"/>
            </a:solidFill>
            <a:prstDash val="solid"/>
          </a:ln>
        </p:spPr>
      </p:sp>
      <p:sp>
        <p:nvSpPr>
          <p:cNvPr id="10" name="mask-slide7-industry-5"/>
          <p:cNvSpPr>
            <a:spLocks noGrp="1"/>
          </p:cNvSpPr>
          <p:nvPr/>
        </p:nvSpPr>
        <p:spPr>
          <a:xfrm>
            <a:off x="10925175" y="2847975"/>
            <a:ext cx="1685925" cy="428625"/>
          </a:xfrm>
          <a:prstGeom prst="rect">
            <a:avLst/>
          </a:prstGeom>
          <a:solidFill>
            <a:srgbClr val="FCFDFF"/>
          </a:solidFill>
          <a:ln w="0">
            <a:solidFill>
              <a:srgbClr val="FCFDFF"/>
            </a:solidFill>
            <a:prstDash val="solid"/>
          </a:ln>
        </p:spPr>
      </p:sp>
      <p:sp>
        <p:nvSpPr>
          <p:cNvPr id="11" name="mask-slide7-industry-6"/>
          <p:cNvSpPr>
            <a:spLocks noGrp="1"/>
          </p:cNvSpPr>
          <p:nvPr/>
        </p:nvSpPr>
        <p:spPr>
          <a:xfrm>
            <a:off x="13449300" y="2847975"/>
            <a:ext cx="1685925" cy="428625"/>
          </a:xfrm>
          <a:prstGeom prst="rect">
            <a:avLst/>
          </a:prstGeom>
          <a:solidFill>
            <a:srgbClr val="FCFDFF"/>
          </a:solidFill>
          <a:ln w="0">
            <a:solidFill>
              <a:srgbClr val="FCFDFF"/>
            </a:solidFill>
            <a:prstDash val="solid"/>
          </a:ln>
        </p:spPr>
      </p:sp>
      <p:sp>
        <p:nvSpPr>
          <p:cNvPr id="12" name="mask-slide7-job-1"/>
          <p:cNvSpPr>
            <a:spLocks noGrp="1"/>
          </p:cNvSpPr>
          <p:nvPr/>
        </p:nvSpPr>
        <p:spPr>
          <a:xfrm>
            <a:off x="2143125" y="5848350"/>
            <a:ext cx="1466850" cy="523875"/>
          </a:xfrm>
          <a:prstGeom prst="rect">
            <a:avLst/>
          </a:prstGeom>
          <a:solidFill>
            <a:srgbClr val="FBFCFE"/>
          </a:solidFill>
          <a:ln w="0">
            <a:solidFill>
              <a:srgbClr val="FBFCFE"/>
            </a:solidFill>
            <a:prstDash val="solid"/>
          </a:ln>
        </p:spPr>
      </p:sp>
      <p:sp>
        <p:nvSpPr>
          <p:cNvPr id="13" name="mask-slide7-job-2"/>
          <p:cNvSpPr>
            <a:spLocks noGrp="1"/>
          </p:cNvSpPr>
          <p:nvPr/>
        </p:nvSpPr>
        <p:spPr>
          <a:xfrm>
            <a:off x="5143500" y="5848350"/>
            <a:ext cx="1466850" cy="523875"/>
          </a:xfrm>
          <a:prstGeom prst="rect">
            <a:avLst/>
          </a:prstGeom>
          <a:solidFill>
            <a:srgbClr val="FBFCFE"/>
          </a:solidFill>
          <a:ln w="0">
            <a:solidFill>
              <a:srgbClr val="FBFCFE"/>
            </a:solidFill>
            <a:prstDash val="solid"/>
          </a:ln>
        </p:spPr>
      </p:sp>
      <p:sp>
        <p:nvSpPr>
          <p:cNvPr id="14" name="mask-slide7-job-3"/>
          <p:cNvSpPr>
            <a:spLocks noGrp="1"/>
          </p:cNvSpPr>
          <p:nvPr/>
        </p:nvSpPr>
        <p:spPr>
          <a:xfrm>
            <a:off x="8020050" y="5848350"/>
            <a:ext cx="1466850" cy="523875"/>
          </a:xfrm>
          <a:prstGeom prst="rect">
            <a:avLst/>
          </a:prstGeom>
          <a:solidFill>
            <a:srgbClr val="FBFCFE"/>
          </a:solidFill>
          <a:ln w="0">
            <a:solidFill>
              <a:srgbClr val="FBFCFE"/>
            </a:solidFill>
            <a:prstDash val="solid"/>
          </a:ln>
        </p:spPr>
      </p:sp>
      <p:sp>
        <p:nvSpPr>
          <p:cNvPr id="15" name="mask-slide7-job-4"/>
          <p:cNvSpPr>
            <a:spLocks noGrp="1"/>
          </p:cNvSpPr>
          <p:nvPr/>
        </p:nvSpPr>
        <p:spPr>
          <a:xfrm>
            <a:off x="10839450" y="5848350"/>
            <a:ext cx="1695450" cy="523875"/>
          </a:xfrm>
          <a:prstGeom prst="rect">
            <a:avLst/>
          </a:prstGeom>
          <a:solidFill>
            <a:srgbClr val="FBFCFE"/>
          </a:solidFill>
          <a:ln w="0">
            <a:solidFill>
              <a:srgbClr val="FBFCFE"/>
            </a:solidFill>
            <a:prstDash val="solid"/>
          </a:ln>
        </p:spPr>
      </p:sp>
      <p:sp>
        <p:nvSpPr>
          <p:cNvPr id="16" name="mask-slide7-job-5"/>
          <p:cNvSpPr>
            <a:spLocks noGrp="1"/>
          </p:cNvSpPr>
          <p:nvPr/>
        </p:nvSpPr>
        <p:spPr>
          <a:xfrm>
            <a:off x="13811250" y="5848350"/>
            <a:ext cx="1466850" cy="523875"/>
          </a:xfrm>
          <a:prstGeom prst="rect">
            <a:avLst/>
          </a:prstGeom>
          <a:solidFill>
            <a:srgbClr val="FBFCFE"/>
          </a:solidFill>
          <a:ln w="0">
            <a:solidFill>
              <a:srgbClr val="FBFCFE"/>
            </a:solidFill>
            <a:prstDash val="solid"/>
          </a:ln>
        </p:spPr>
      </p:sp>
      <p:sp>
        <p:nvSpPr>
          <p:cNvPr id="17" name="mask-slide7-region-1"/>
          <p:cNvSpPr>
            <a:spLocks noGrp="1"/>
          </p:cNvSpPr>
          <p:nvPr/>
        </p:nvSpPr>
        <p:spPr>
          <a:xfrm>
            <a:off x="1381125" y="7486650"/>
            <a:ext cx="1104900" cy="476250"/>
          </a:xfrm>
          <a:prstGeom prst="rect">
            <a:avLst/>
          </a:prstGeom>
          <a:solidFill>
            <a:srgbClr val="F9FBFE"/>
          </a:solidFill>
          <a:ln w="0">
            <a:solidFill>
              <a:srgbClr val="F9FBFE"/>
            </a:solidFill>
            <a:prstDash val="solid"/>
          </a:ln>
        </p:spPr>
      </p:sp>
      <p:sp>
        <p:nvSpPr>
          <p:cNvPr id="18" name="mask-slide7-region-2"/>
          <p:cNvSpPr>
            <a:spLocks noGrp="1"/>
          </p:cNvSpPr>
          <p:nvPr/>
        </p:nvSpPr>
        <p:spPr>
          <a:xfrm>
            <a:off x="4638675" y="7486650"/>
            <a:ext cx="1104900" cy="476250"/>
          </a:xfrm>
          <a:prstGeom prst="rect">
            <a:avLst/>
          </a:prstGeom>
          <a:solidFill>
            <a:srgbClr val="F9FBFE"/>
          </a:solidFill>
          <a:ln w="0">
            <a:solidFill>
              <a:srgbClr val="F9FBFE"/>
            </a:solidFill>
            <a:prstDash val="solid"/>
          </a:ln>
        </p:spPr>
      </p:sp>
      <p:sp>
        <p:nvSpPr>
          <p:cNvPr id="19" name="mask-slide7-region-3"/>
          <p:cNvSpPr>
            <a:spLocks noGrp="1"/>
          </p:cNvSpPr>
          <p:nvPr/>
        </p:nvSpPr>
        <p:spPr>
          <a:xfrm>
            <a:off x="7553325" y="7486650"/>
            <a:ext cx="1104900" cy="476250"/>
          </a:xfrm>
          <a:prstGeom prst="rect">
            <a:avLst/>
          </a:prstGeom>
          <a:solidFill>
            <a:srgbClr val="F9FBFE"/>
          </a:solidFill>
          <a:ln w="0">
            <a:solidFill>
              <a:srgbClr val="F9FBFE"/>
            </a:solidFill>
            <a:prstDash val="solid"/>
          </a:ln>
        </p:spPr>
      </p:sp>
      <p:sp>
        <p:nvSpPr>
          <p:cNvPr id="20" name="mask-slide7-region-4"/>
          <p:cNvSpPr>
            <a:spLocks noGrp="1"/>
          </p:cNvSpPr>
          <p:nvPr/>
        </p:nvSpPr>
        <p:spPr>
          <a:xfrm>
            <a:off x="10572750" y="7486650"/>
            <a:ext cx="1333500" cy="476250"/>
          </a:xfrm>
          <a:prstGeom prst="rect">
            <a:avLst/>
          </a:prstGeom>
          <a:solidFill>
            <a:srgbClr val="F9FBFE"/>
          </a:solidFill>
          <a:ln w="0">
            <a:solidFill>
              <a:srgbClr val="F9FBFE"/>
            </a:solidFill>
            <a:prstDash val="solid"/>
          </a:ln>
        </p:spPr>
      </p:sp>
      <p:sp>
        <p:nvSpPr>
          <p:cNvPr id="21" name="editable-slide7-title"/>
          <p:cNvSpPr>
            <a:spLocks noGrp="1"/>
          </p:cNvSpPr>
          <p:nvPr/>
        </p:nvSpPr>
        <p:spPr>
          <a:xfrm>
            <a:off x="523875" y="285750"/>
            <a:ext cx="9620250" cy="6858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buNone/>
              <a:defRPr sz="3975" b="1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3975" b="1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就业方向：高端制造与智能产业的基础岗位</a:t>
            </a:r>
            <a:endParaRPr sz="3975" b="1">
              <a:solidFill>
                <a:srgbClr val="071C7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2" name="editable-industry-heading"/>
          <p:cNvSpPr>
            <a:spLocks noGrp="1"/>
          </p:cNvSpPr>
          <p:nvPr/>
        </p:nvSpPr>
        <p:spPr>
          <a:xfrm>
            <a:off x="723900" y="1362075"/>
            <a:ext cx="1676400" cy="43815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buNone/>
              <a:defRPr sz="2325" b="1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325" b="1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行业领域：</a:t>
            </a:r>
            <a:endParaRPr sz="2325" b="1">
              <a:solidFill>
                <a:srgbClr val="071C7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3" name="editable-jobs-heading"/>
          <p:cNvSpPr>
            <a:spLocks noGrp="1"/>
          </p:cNvSpPr>
          <p:nvPr/>
        </p:nvSpPr>
        <p:spPr>
          <a:xfrm>
            <a:off x="723900" y="5038725"/>
            <a:ext cx="1676400" cy="43815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buNone/>
              <a:defRPr sz="2325" b="1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325" b="1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典型岗位：</a:t>
            </a:r>
            <a:endParaRPr sz="2325" b="1">
              <a:solidFill>
                <a:srgbClr val="071C7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4" name="editable-regions-heading"/>
          <p:cNvSpPr>
            <a:spLocks noGrp="1"/>
          </p:cNvSpPr>
          <p:nvPr/>
        </p:nvSpPr>
        <p:spPr>
          <a:xfrm>
            <a:off x="723900" y="6772275"/>
            <a:ext cx="1676400" cy="43815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buNone/>
              <a:defRPr sz="2325" b="1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325" b="1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重点区域：</a:t>
            </a:r>
            <a:endParaRPr sz="2325" b="1">
              <a:solidFill>
                <a:srgbClr val="071C7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5" name="editable-industry-1"/>
          <p:cNvSpPr>
            <a:spLocks noGrp="1"/>
          </p:cNvSpPr>
          <p:nvPr/>
        </p:nvSpPr>
        <p:spPr>
          <a:xfrm>
            <a:off x="838200" y="2847975"/>
            <a:ext cx="1685925" cy="428625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None/>
              <a:defRPr sz="2025" b="1">
                <a:solidFill>
                  <a:srgbClr val="073D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025" b="1">
                <a:solidFill>
                  <a:srgbClr val="073D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航天国防</a:t>
            </a:r>
            <a:endParaRPr sz="2025" b="1">
              <a:solidFill>
                <a:srgbClr val="073D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6" name="editable-industry-2"/>
          <p:cNvSpPr>
            <a:spLocks noGrp="1"/>
          </p:cNvSpPr>
          <p:nvPr/>
        </p:nvSpPr>
        <p:spPr>
          <a:xfrm>
            <a:off x="3362325" y="2847975"/>
            <a:ext cx="1685925" cy="428625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None/>
              <a:defRPr sz="2025" b="1">
                <a:solidFill>
                  <a:srgbClr val="073D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025" b="1">
                <a:solidFill>
                  <a:srgbClr val="073D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半导体检测</a:t>
            </a:r>
            <a:endParaRPr sz="2025" b="1">
              <a:solidFill>
                <a:srgbClr val="073D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7" name="editable-industry-3"/>
          <p:cNvSpPr>
            <a:spLocks noGrp="1"/>
          </p:cNvSpPr>
          <p:nvPr/>
        </p:nvSpPr>
        <p:spPr>
          <a:xfrm>
            <a:off x="5876925" y="2847975"/>
            <a:ext cx="1685925" cy="428625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None/>
              <a:defRPr sz="2025" b="1">
                <a:solidFill>
                  <a:srgbClr val="073D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025" b="1">
                <a:solidFill>
                  <a:srgbClr val="073D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智能制造</a:t>
            </a:r>
            <a:endParaRPr sz="2025" b="1">
              <a:solidFill>
                <a:srgbClr val="073D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8" name="editable-industry-4"/>
          <p:cNvSpPr>
            <a:spLocks noGrp="1"/>
          </p:cNvSpPr>
          <p:nvPr/>
        </p:nvSpPr>
        <p:spPr>
          <a:xfrm>
            <a:off x="8401050" y="2847975"/>
            <a:ext cx="1685925" cy="428625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None/>
              <a:defRPr sz="2025" b="1">
                <a:solidFill>
                  <a:srgbClr val="073D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025" b="1">
                <a:solidFill>
                  <a:srgbClr val="073D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医疗仪器</a:t>
            </a:r>
            <a:endParaRPr sz="2025" b="1">
              <a:solidFill>
                <a:srgbClr val="073D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9" name="editable-industry-5"/>
          <p:cNvSpPr>
            <a:spLocks noGrp="1"/>
          </p:cNvSpPr>
          <p:nvPr/>
        </p:nvSpPr>
        <p:spPr>
          <a:xfrm>
            <a:off x="10925175" y="2847975"/>
            <a:ext cx="1685925" cy="428625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None/>
              <a:defRPr sz="2025" b="1">
                <a:solidFill>
                  <a:srgbClr val="073D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025" b="1">
                <a:solidFill>
                  <a:srgbClr val="073D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智能驾驶</a:t>
            </a:r>
            <a:endParaRPr sz="2025" b="1">
              <a:solidFill>
                <a:srgbClr val="073D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0" name="editable-industry-6"/>
          <p:cNvSpPr>
            <a:spLocks noGrp="1"/>
          </p:cNvSpPr>
          <p:nvPr/>
        </p:nvSpPr>
        <p:spPr>
          <a:xfrm>
            <a:off x="13449300" y="2847975"/>
            <a:ext cx="1685925" cy="428625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None/>
              <a:defRPr sz="2025" b="1">
                <a:solidFill>
                  <a:srgbClr val="073D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025" b="1">
                <a:solidFill>
                  <a:srgbClr val="073D8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计量检测</a:t>
            </a:r>
            <a:endParaRPr sz="2025" b="1">
              <a:solidFill>
                <a:srgbClr val="073D8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1" name="editable-job-1"/>
          <p:cNvSpPr>
            <a:spLocks noGrp="1"/>
          </p:cNvSpPr>
          <p:nvPr/>
        </p:nvSpPr>
        <p:spPr>
          <a:xfrm>
            <a:off x="2143125" y="5848350"/>
            <a:ext cx="1466850" cy="523875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None/>
              <a:defRPr sz="1875" b="1">
                <a:solidFill>
                  <a:srgbClr val="101D4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75" b="1">
                <a:solidFill>
                  <a:srgbClr val="101D4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仪器研发</a:t>
            </a:r>
            <a:endParaRPr sz="1875" b="1">
              <a:solidFill>
                <a:srgbClr val="101D4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2" name="editable-job-2"/>
          <p:cNvSpPr>
            <a:spLocks noGrp="1"/>
          </p:cNvSpPr>
          <p:nvPr/>
        </p:nvSpPr>
        <p:spPr>
          <a:xfrm>
            <a:off x="5143500" y="5848350"/>
            <a:ext cx="1466850" cy="523875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None/>
              <a:defRPr sz="1875" b="1">
                <a:solidFill>
                  <a:srgbClr val="101D4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75" b="1">
                <a:solidFill>
                  <a:srgbClr val="101D4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光学工程</a:t>
            </a:r>
            <a:endParaRPr sz="1875" b="1">
              <a:solidFill>
                <a:srgbClr val="101D4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3" name="editable-job-3"/>
          <p:cNvSpPr>
            <a:spLocks noGrp="1"/>
          </p:cNvSpPr>
          <p:nvPr/>
        </p:nvSpPr>
        <p:spPr>
          <a:xfrm>
            <a:off x="8020050" y="5848350"/>
            <a:ext cx="1466850" cy="523875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None/>
              <a:defRPr sz="1875" b="1">
                <a:solidFill>
                  <a:srgbClr val="101D4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75" b="1">
                <a:solidFill>
                  <a:srgbClr val="101D4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硬件开发</a:t>
            </a:r>
            <a:endParaRPr sz="1875" b="1">
              <a:solidFill>
                <a:srgbClr val="101D4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4" name="editable-job-4"/>
          <p:cNvSpPr>
            <a:spLocks noGrp="1"/>
          </p:cNvSpPr>
          <p:nvPr/>
        </p:nvSpPr>
        <p:spPr>
          <a:xfrm>
            <a:off x="10839450" y="5848350"/>
            <a:ext cx="1695450" cy="523875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None/>
              <a:defRPr sz="1875" b="1">
                <a:solidFill>
                  <a:srgbClr val="101D4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75" b="1">
                <a:solidFill>
                  <a:srgbClr val="101D4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嵌入式开发</a:t>
            </a:r>
            <a:endParaRPr sz="1875" b="1">
              <a:solidFill>
                <a:srgbClr val="101D4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5" name="editable-job-5"/>
          <p:cNvSpPr>
            <a:spLocks noGrp="1"/>
          </p:cNvSpPr>
          <p:nvPr/>
        </p:nvSpPr>
        <p:spPr>
          <a:xfrm>
            <a:off x="13811250" y="5848350"/>
            <a:ext cx="1466850" cy="523875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None/>
              <a:defRPr sz="1875" b="1">
                <a:solidFill>
                  <a:srgbClr val="101D4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75" b="1">
                <a:solidFill>
                  <a:srgbClr val="101D4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测试检测</a:t>
            </a:r>
            <a:endParaRPr sz="1875" b="1">
              <a:solidFill>
                <a:srgbClr val="101D4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6" name="editable-region-1"/>
          <p:cNvSpPr>
            <a:spLocks noGrp="1"/>
          </p:cNvSpPr>
          <p:nvPr/>
        </p:nvSpPr>
        <p:spPr>
          <a:xfrm>
            <a:off x="1381125" y="7486650"/>
            <a:ext cx="1104900" cy="47625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None/>
              <a:defRPr sz="2025" b="1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025" b="1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长三角</a:t>
            </a:r>
            <a:endParaRPr sz="2025" b="1">
              <a:solidFill>
                <a:srgbClr val="071C7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7" name="editable-region-2"/>
          <p:cNvSpPr>
            <a:spLocks noGrp="1"/>
          </p:cNvSpPr>
          <p:nvPr/>
        </p:nvSpPr>
        <p:spPr>
          <a:xfrm>
            <a:off x="4638675" y="7486650"/>
            <a:ext cx="1104900" cy="47625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None/>
              <a:defRPr sz="2025" b="1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025" b="1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珠三角</a:t>
            </a:r>
            <a:endParaRPr sz="2025" b="1">
              <a:solidFill>
                <a:srgbClr val="071C7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8" name="editable-region-3"/>
          <p:cNvSpPr>
            <a:spLocks noGrp="1"/>
          </p:cNvSpPr>
          <p:nvPr/>
        </p:nvSpPr>
        <p:spPr>
          <a:xfrm>
            <a:off x="7553325" y="7486650"/>
            <a:ext cx="1104900" cy="47625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None/>
              <a:defRPr sz="2025" b="1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025" b="1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京津冀</a:t>
            </a:r>
            <a:endParaRPr sz="2025" b="1">
              <a:solidFill>
                <a:srgbClr val="071C7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9" name="editable-region-4"/>
          <p:cNvSpPr>
            <a:spLocks noGrp="1"/>
          </p:cNvSpPr>
          <p:nvPr/>
        </p:nvSpPr>
        <p:spPr>
          <a:xfrm>
            <a:off x="10572750" y="7486650"/>
            <a:ext cx="1333500" cy="47625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None/>
              <a:defRPr sz="2025" b="1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025" b="1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成渝地区</a:t>
            </a:r>
            <a:endParaRPr sz="2025" b="1">
              <a:solidFill>
                <a:srgbClr val="071C7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</Words>
  <Application>WPS 演示</Application>
  <PresentationFormat>Converted Presentation</PresentationFormat>
  <Paragraphs>38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宋体</vt:lpstr>
      <vt:lpstr>Wingdings</vt:lpstr>
      <vt:lpstr>Microsoft YaHei UI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HanYu</cp:lastModifiedBy>
  <cp:revision>1</cp:revision>
  <dcterms:created xsi:type="dcterms:W3CDTF">2026-08-09T12:13:50Z</dcterms:created>
  <dcterms:modified xsi:type="dcterms:W3CDTF">2026-08-09T12:13:50Z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F38EE16D1BB34BFAA6DABF066AC87F37_12</vt:lpwstr>
  </property>
  <property fmtid="{D5CDD505-2E9C-101B-9397-08002B2CF9AE}" pid="3" name="KSOProductBuildVer">
    <vt:lpwstr>2052-12.1.0.28022</vt:lpwstr>
  </property>
</Properties>
</file>