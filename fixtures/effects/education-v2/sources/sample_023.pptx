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Visual reconstruction based on the user-provided reference image: E:/志愿填报视频资料/03.PPT图片格式/航空航天类/ChatGPT Image 2026年7月29日 00_18_24 (3).png</a:t>
            </a:r>
          </a:p>
          <a:p>
            <a:r>
              <a:t>Main title, section label, six callout headings and body descriptions, footer, orange connector lines, dots, frame and grid are rebuilt as editable PPT elements.</a:t>
            </a:r>
          </a:p>
          <a:p>
            <a:r>
              <a:t>Aircraft cutaway, rocket, satellite/dish, drone, small jet, engineering corner marks and six circular icons are retained as cropped image assets to preserve detailed blueprint texture.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8" name="直接连接符 277"/>
          <p:cNvSpPr>
            <a:spLocks noGrp="1"/>
          </p:cNvSpPr>
          <p:nvPr/>
        </p:nvSpPr>
        <p:spPr>
          <a:xfrm>
            <a:off x="285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" name="直接连接符 1"/>
          <p:cNvSpPr>
            <a:spLocks noGrp="1"/>
          </p:cNvSpPr>
          <p:nvPr/>
        </p:nvSpPr>
        <p:spPr>
          <a:xfrm>
            <a:off x="476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66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857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1047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1238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1428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619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809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000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190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2381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2571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762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2952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3143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3333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3524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3714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3905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4095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4286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4476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4667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4857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5048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5238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5429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5619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5810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6000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6191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6381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6572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6762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6953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7143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7334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7524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7715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7905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8096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8286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8477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8667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8858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9048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9239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9429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9620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9810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10001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10191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10382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10572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10763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10953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8" name="直接连接符 57"/>
          <p:cNvSpPr>
            <a:spLocks noGrp="1"/>
          </p:cNvSpPr>
          <p:nvPr/>
        </p:nvSpPr>
        <p:spPr>
          <a:xfrm>
            <a:off x="11144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59" name="直接连接符 58"/>
          <p:cNvSpPr>
            <a:spLocks noGrp="1"/>
          </p:cNvSpPr>
          <p:nvPr/>
        </p:nvSpPr>
        <p:spPr>
          <a:xfrm>
            <a:off x="11334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0" name="直接连接符 59"/>
          <p:cNvSpPr>
            <a:spLocks noGrp="1"/>
          </p:cNvSpPr>
          <p:nvPr/>
        </p:nvSpPr>
        <p:spPr>
          <a:xfrm>
            <a:off x="11525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1" name="直接连接符 60"/>
          <p:cNvSpPr>
            <a:spLocks noGrp="1"/>
          </p:cNvSpPr>
          <p:nvPr/>
        </p:nvSpPr>
        <p:spPr>
          <a:xfrm>
            <a:off x="11715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2" name="直接连接符 61"/>
          <p:cNvSpPr>
            <a:spLocks noGrp="1"/>
          </p:cNvSpPr>
          <p:nvPr/>
        </p:nvSpPr>
        <p:spPr>
          <a:xfrm>
            <a:off x="11906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3" name="直接连接符 62"/>
          <p:cNvSpPr>
            <a:spLocks noGrp="1"/>
          </p:cNvSpPr>
          <p:nvPr/>
        </p:nvSpPr>
        <p:spPr>
          <a:xfrm>
            <a:off x="12096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12287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12477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6" name="直接连接符 65"/>
          <p:cNvSpPr>
            <a:spLocks noGrp="1"/>
          </p:cNvSpPr>
          <p:nvPr/>
        </p:nvSpPr>
        <p:spPr>
          <a:xfrm>
            <a:off x="12668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7" name="直接连接符 66"/>
          <p:cNvSpPr>
            <a:spLocks noGrp="1"/>
          </p:cNvSpPr>
          <p:nvPr/>
        </p:nvSpPr>
        <p:spPr>
          <a:xfrm>
            <a:off x="12858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8" name="直接连接符 67"/>
          <p:cNvSpPr>
            <a:spLocks noGrp="1"/>
          </p:cNvSpPr>
          <p:nvPr/>
        </p:nvSpPr>
        <p:spPr>
          <a:xfrm>
            <a:off x="13049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69" name="直接连接符 68"/>
          <p:cNvSpPr>
            <a:spLocks noGrp="1"/>
          </p:cNvSpPr>
          <p:nvPr/>
        </p:nvSpPr>
        <p:spPr>
          <a:xfrm>
            <a:off x="13239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0" name="直接连接符 69"/>
          <p:cNvSpPr>
            <a:spLocks noGrp="1"/>
          </p:cNvSpPr>
          <p:nvPr/>
        </p:nvSpPr>
        <p:spPr>
          <a:xfrm>
            <a:off x="13430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1" name="直接连接符 70"/>
          <p:cNvSpPr>
            <a:spLocks noGrp="1"/>
          </p:cNvSpPr>
          <p:nvPr/>
        </p:nvSpPr>
        <p:spPr>
          <a:xfrm>
            <a:off x="13620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2" name="直接连接符 71"/>
          <p:cNvSpPr>
            <a:spLocks noGrp="1"/>
          </p:cNvSpPr>
          <p:nvPr/>
        </p:nvSpPr>
        <p:spPr>
          <a:xfrm>
            <a:off x="13811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3" name="直接连接符 72"/>
          <p:cNvSpPr>
            <a:spLocks noGrp="1"/>
          </p:cNvSpPr>
          <p:nvPr/>
        </p:nvSpPr>
        <p:spPr>
          <a:xfrm>
            <a:off x="14001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4" name="直接连接符 73"/>
          <p:cNvSpPr>
            <a:spLocks noGrp="1"/>
          </p:cNvSpPr>
          <p:nvPr/>
        </p:nvSpPr>
        <p:spPr>
          <a:xfrm>
            <a:off x="14192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5" name="直接连接符 74"/>
          <p:cNvSpPr>
            <a:spLocks noGrp="1"/>
          </p:cNvSpPr>
          <p:nvPr/>
        </p:nvSpPr>
        <p:spPr>
          <a:xfrm>
            <a:off x="14382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6" name="直接连接符 75"/>
          <p:cNvSpPr>
            <a:spLocks noGrp="1"/>
          </p:cNvSpPr>
          <p:nvPr/>
        </p:nvSpPr>
        <p:spPr>
          <a:xfrm>
            <a:off x="14573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7" name="直接连接符 76"/>
          <p:cNvSpPr>
            <a:spLocks noGrp="1"/>
          </p:cNvSpPr>
          <p:nvPr/>
        </p:nvSpPr>
        <p:spPr>
          <a:xfrm>
            <a:off x="147637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8" name="直接连接符 77"/>
          <p:cNvSpPr>
            <a:spLocks noGrp="1"/>
          </p:cNvSpPr>
          <p:nvPr/>
        </p:nvSpPr>
        <p:spPr>
          <a:xfrm>
            <a:off x="14954250" y="266700"/>
            <a:ext cx="0" cy="803910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79" name="直接连接符 78"/>
          <p:cNvSpPr>
            <a:spLocks noGrp="1"/>
          </p:cNvSpPr>
          <p:nvPr/>
        </p:nvSpPr>
        <p:spPr>
          <a:xfrm>
            <a:off x="285750" y="266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0" name="直接连接符 79"/>
          <p:cNvSpPr>
            <a:spLocks noGrp="1"/>
          </p:cNvSpPr>
          <p:nvPr/>
        </p:nvSpPr>
        <p:spPr>
          <a:xfrm>
            <a:off x="285750" y="457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1" name="直接连接符 80"/>
          <p:cNvSpPr>
            <a:spLocks noGrp="1"/>
          </p:cNvSpPr>
          <p:nvPr/>
        </p:nvSpPr>
        <p:spPr>
          <a:xfrm>
            <a:off x="285750" y="647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2" name="直接连接符 81"/>
          <p:cNvSpPr>
            <a:spLocks noGrp="1"/>
          </p:cNvSpPr>
          <p:nvPr/>
        </p:nvSpPr>
        <p:spPr>
          <a:xfrm>
            <a:off x="285750" y="838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3" name="直接连接符 82"/>
          <p:cNvSpPr>
            <a:spLocks noGrp="1"/>
          </p:cNvSpPr>
          <p:nvPr/>
        </p:nvSpPr>
        <p:spPr>
          <a:xfrm>
            <a:off x="285750" y="1028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4" name="直接连接符 83"/>
          <p:cNvSpPr>
            <a:spLocks noGrp="1"/>
          </p:cNvSpPr>
          <p:nvPr/>
        </p:nvSpPr>
        <p:spPr>
          <a:xfrm>
            <a:off x="285750" y="1219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5" name="直接连接符 84"/>
          <p:cNvSpPr>
            <a:spLocks noGrp="1"/>
          </p:cNvSpPr>
          <p:nvPr/>
        </p:nvSpPr>
        <p:spPr>
          <a:xfrm>
            <a:off x="285750" y="1409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6" name="直接连接符 85"/>
          <p:cNvSpPr>
            <a:spLocks noGrp="1"/>
          </p:cNvSpPr>
          <p:nvPr/>
        </p:nvSpPr>
        <p:spPr>
          <a:xfrm>
            <a:off x="285750" y="1600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7" name="直接连接符 86"/>
          <p:cNvSpPr>
            <a:spLocks noGrp="1"/>
          </p:cNvSpPr>
          <p:nvPr/>
        </p:nvSpPr>
        <p:spPr>
          <a:xfrm>
            <a:off x="285750" y="1790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8" name="直接连接符 87"/>
          <p:cNvSpPr>
            <a:spLocks noGrp="1"/>
          </p:cNvSpPr>
          <p:nvPr/>
        </p:nvSpPr>
        <p:spPr>
          <a:xfrm>
            <a:off x="285750" y="1981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89" name="直接连接符 88"/>
          <p:cNvSpPr>
            <a:spLocks noGrp="1"/>
          </p:cNvSpPr>
          <p:nvPr/>
        </p:nvSpPr>
        <p:spPr>
          <a:xfrm>
            <a:off x="285750" y="2171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0" name="直接连接符 89"/>
          <p:cNvSpPr>
            <a:spLocks noGrp="1"/>
          </p:cNvSpPr>
          <p:nvPr/>
        </p:nvSpPr>
        <p:spPr>
          <a:xfrm>
            <a:off x="285750" y="2362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1" name="直接连接符 90"/>
          <p:cNvSpPr>
            <a:spLocks noGrp="1"/>
          </p:cNvSpPr>
          <p:nvPr/>
        </p:nvSpPr>
        <p:spPr>
          <a:xfrm>
            <a:off x="285750" y="2552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2" name="直接连接符 91"/>
          <p:cNvSpPr>
            <a:spLocks noGrp="1"/>
          </p:cNvSpPr>
          <p:nvPr/>
        </p:nvSpPr>
        <p:spPr>
          <a:xfrm>
            <a:off x="285750" y="2743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3" name="直接连接符 92"/>
          <p:cNvSpPr>
            <a:spLocks noGrp="1"/>
          </p:cNvSpPr>
          <p:nvPr/>
        </p:nvSpPr>
        <p:spPr>
          <a:xfrm>
            <a:off x="285750" y="2933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4" name="直接连接符 93"/>
          <p:cNvSpPr>
            <a:spLocks noGrp="1"/>
          </p:cNvSpPr>
          <p:nvPr/>
        </p:nvSpPr>
        <p:spPr>
          <a:xfrm>
            <a:off x="285750" y="3124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5" name="直接连接符 94"/>
          <p:cNvSpPr>
            <a:spLocks noGrp="1"/>
          </p:cNvSpPr>
          <p:nvPr/>
        </p:nvSpPr>
        <p:spPr>
          <a:xfrm>
            <a:off x="285750" y="3314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6" name="直接连接符 95"/>
          <p:cNvSpPr>
            <a:spLocks noGrp="1"/>
          </p:cNvSpPr>
          <p:nvPr/>
        </p:nvSpPr>
        <p:spPr>
          <a:xfrm>
            <a:off x="285750" y="3505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7" name="直接连接符 96"/>
          <p:cNvSpPr>
            <a:spLocks noGrp="1"/>
          </p:cNvSpPr>
          <p:nvPr/>
        </p:nvSpPr>
        <p:spPr>
          <a:xfrm>
            <a:off x="285750" y="3695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8" name="直接连接符 97"/>
          <p:cNvSpPr>
            <a:spLocks noGrp="1"/>
          </p:cNvSpPr>
          <p:nvPr/>
        </p:nvSpPr>
        <p:spPr>
          <a:xfrm>
            <a:off x="285750" y="3886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99" name="直接连接符 98"/>
          <p:cNvSpPr>
            <a:spLocks noGrp="1"/>
          </p:cNvSpPr>
          <p:nvPr/>
        </p:nvSpPr>
        <p:spPr>
          <a:xfrm>
            <a:off x="285750" y="4076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0" name="直接连接符 99"/>
          <p:cNvSpPr>
            <a:spLocks noGrp="1"/>
          </p:cNvSpPr>
          <p:nvPr/>
        </p:nvSpPr>
        <p:spPr>
          <a:xfrm>
            <a:off x="285750" y="4267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1" name="直接连接符 100"/>
          <p:cNvSpPr>
            <a:spLocks noGrp="1"/>
          </p:cNvSpPr>
          <p:nvPr/>
        </p:nvSpPr>
        <p:spPr>
          <a:xfrm>
            <a:off x="285750" y="4457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2" name="直接连接符 101"/>
          <p:cNvSpPr>
            <a:spLocks noGrp="1"/>
          </p:cNvSpPr>
          <p:nvPr/>
        </p:nvSpPr>
        <p:spPr>
          <a:xfrm>
            <a:off x="285750" y="4648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3" name="直接连接符 102"/>
          <p:cNvSpPr>
            <a:spLocks noGrp="1"/>
          </p:cNvSpPr>
          <p:nvPr/>
        </p:nvSpPr>
        <p:spPr>
          <a:xfrm>
            <a:off x="285750" y="4838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4" name="直接连接符 103"/>
          <p:cNvSpPr>
            <a:spLocks noGrp="1"/>
          </p:cNvSpPr>
          <p:nvPr/>
        </p:nvSpPr>
        <p:spPr>
          <a:xfrm>
            <a:off x="285750" y="5029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5" name="直接连接符 104"/>
          <p:cNvSpPr>
            <a:spLocks noGrp="1"/>
          </p:cNvSpPr>
          <p:nvPr/>
        </p:nvSpPr>
        <p:spPr>
          <a:xfrm>
            <a:off x="285750" y="5219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6" name="直接连接符 105"/>
          <p:cNvSpPr>
            <a:spLocks noGrp="1"/>
          </p:cNvSpPr>
          <p:nvPr/>
        </p:nvSpPr>
        <p:spPr>
          <a:xfrm>
            <a:off x="285750" y="5410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7" name="直接连接符 106"/>
          <p:cNvSpPr>
            <a:spLocks noGrp="1"/>
          </p:cNvSpPr>
          <p:nvPr/>
        </p:nvSpPr>
        <p:spPr>
          <a:xfrm>
            <a:off x="285750" y="5600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8" name="直接连接符 107"/>
          <p:cNvSpPr>
            <a:spLocks noGrp="1"/>
          </p:cNvSpPr>
          <p:nvPr/>
        </p:nvSpPr>
        <p:spPr>
          <a:xfrm>
            <a:off x="285750" y="5791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09" name="直接连接符 108"/>
          <p:cNvSpPr>
            <a:spLocks noGrp="1"/>
          </p:cNvSpPr>
          <p:nvPr/>
        </p:nvSpPr>
        <p:spPr>
          <a:xfrm>
            <a:off x="285750" y="5981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0" name="直接连接符 109"/>
          <p:cNvSpPr>
            <a:spLocks noGrp="1"/>
          </p:cNvSpPr>
          <p:nvPr/>
        </p:nvSpPr>
        <p:spPr>
          <a:xfrm>
            <a:off x="285750" y="6172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1" name="直接连接符 110"/>
          <p:cNvSpPr>
            <a:spLocks noGrp="1"/>
          </p:cNvSpPr>
          <p:nvPr/>
        </p:nvSpPr>
        <p:spPr>
          <a:xfrm>
            <a:off x="285750" y="6362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2" name="直接连接符 111"/>
          <p:cNvSpPr>
            <a:spLocks noGrp="1"/>
          </p:cNvSpPr>
          <p:nvPr/>
        </p:nvSpPr>
        <p:spPr>
          <a:xfrm>
            <a:off x="285750" y="6553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3" name="直接连接符 112"/>
          <p:cNvSpPr>
            <a:spLocks noGrp="1"/>
          </p:cNvSpPr>
          <p:nvPr/>
        </p:nvSpPr>
        <p:spPr>
          <a:xfrm>
            <a:off x="285750" y="6743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4" name="直接连接符 113"/>
          <p:cNvSpPr>
            <a:spLocks noGrp="1"/>
          </p:cNvSpPr>
          <p:nvPr/>
        </p:nvSpPr>
        <p:spPr>
          <a:xfrm>
            <a:off x="285750" y="6934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5" name="直接连接符 114"/>
          <p:cNvSpPr>
            <a:spLocks noGrp="1"/>
          </p:cNvSpPr>
          <p:nvPr/>
        </p:nvSpPr>
        <p:spPr>
          <a:xfrm>
            <a:off x="285750" y="7124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6" name="直接连接符 115"/>
          <p:cNvSpPr>
            <a:spLocks noGrp="1"/>
          </p:cNvSpPr>
          <p:nvPr/>
        </p:nvSpPr>
        <p:spPr>
          <a:xfrm>
            <a:off x="285750" y="7315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7" name="直接连接符 116"/>
          <p:cNvSpPr>
            <a:spLocks noGrp="1"/>
          </p:cNvSpPr>
          <p:nvPr/>
        </p:nvSpPr>
        <p:spPr>
          <a:xfrm>
            <a:off x="285750" y="7505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8" name="直接连接符 117"/>
          <p:cNvSpPr>
            <a:spLocks noGrp="1"/>
          </p:cNvSpPr>
          <p:nvPr/>
        </p:nvSpPr>
        <p:spPr>
          <a:xfrm>
            <a:off x="285750" y="7696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19" name="直接连接符 118"/>
          <p:cNvSpPr>
            <a:spLocks noGrp="1"/>
          </p:cNvSpPr>
          <p:nvPr/>
        </p:nvSpPr>
        <p:spPr>
          <a:xfrm>
            <a:off x="285750" y="7886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20" name="直接连接符 119"/>
          <p:cNvSpPr>
            <a:spLocks noGrp="1"/>
          </p:cNvSpPr>
          <p:nvPr/>
        </p:nvSpPr>
        <p:spPr>
          <a:xfrm>
            <a:off x="285750" y="80772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21" name="直接连接符 120"/>
          <p:cNvSpPr>
            <a:spLocks noGrp="1"/>
          </p:cNvSpPr>
          <p:nvPr/>
        </p:nvSpPr>
        <p:spPr>
          <a:xfrm>
            <a:off x="285750" y="8267700"/>
            <a:ext cx="14668500" cy="0"/>
          </a:xfrm>
          <a:prstGeom prst="line">
            <a:avLst/>
          </a:prstGeom>
          <a:noFill/>
          <a:ln w="5239">
            <a:solidFill>
              <a:srgbClr val="E9EEF1"/>
            </a:solidFill>
            <a:prstDash val="solid"/>
          </a:ln>
        </p:spPr>
      </p:sp>
      <p:sp>
        <p:nvSpPr>
          <p:cNvPr id="122" name="直接连接符 121"/>
          <p:cNvSpPr>
            <a:spLocks noGrp="1"/>
          </p:cNvSpPr>
          <p:nvPr/>
        </p:nvSpPr>
        <p:spPr>
          <a:xfrm>
            <a:off x="285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3" name="直接连接符 122"/>
          <p:cNvSpPr>
            <a:spLocks noGrp="1"/>
          </p:cNvSpPr>
          <p:nvPr/>
        </p:nvSpPr>
        <p:spPr>
          <a:xfrm>
            <a:off x="1238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4" name="直接连接符 123"/>
          <p:cNvSpPr>
            <a:spLocks noGrp="1"/>
          </p:cNvSpPr>
          <p:nvPr/>
        </p:nvSpPr>
        <p:spPr>
          <a:xfrm>
            <a:off x="2190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5" name="直接连接符 124"/>
          <p:cNvSpPr>
            <a:spLocks noGrp="1"/>
          </p:cNvSpPr>
          <p:nvPr/>
        </p:nvSpPr>
        <p:spPr>
          <a:xfrm>
            <a:off x="3143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6" name="直接连接符 125"/>
          <p:cNvSpPr>
            <a:spLocks noGrp="1"/>
          </p:cNvSpPr>
          <p:nvPr/>
        </p:nvSpPr>
        <p:spPr>
          <a:xfrm>
            <a:off x="4095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7" name="直接连接符 126"/>
          <p:cNvSpPr>
            <a:spLocks noGrp="1"/>
          </p:cNvSpPr>
          <p:nvPr/>
        </p:nvSpPr>
        <p:spPr>
          <a:xfrm>
            <a:off x="5048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8" name="直接连接符 127"/>
          <p:cNvSpPr>
            <a:spLocks noGrp="1"/>
          </p:cNvSpPr>
          <p:nvPr/>
        </p:nvSpPr>
        <p:spPr>
          <a:xfrm>
            <a:off x="6000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29" name="直接连接符 128"/>
          <p:cNvSpPr>
            <a:spLocks noGrp="1"/>
          </p:cNvSpPr>
          <p:nvPr/>
        </p:nvSpPr>
        <p:spPr>
          <a:xfrm>
            <a:off x="6953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0" name="直接连接符 129"/>
          <p:cNvSpPr>
            <a:spLocks noGrp="1"/>
          </p:cNvSpPr>
          <p:nvPr/>
        </p:nvSpPr>
        <p:spPr>
          <a:xfrm>
            <a:off x="7905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1" name="直接连接符 130"/>
          <p:cNvSpPr>
            <a:spLocks noGrp="1"/>
          </p:cNvSpPr>
          <p:nvPr/>
        </p:nvSpPr>
        <p:spPr>
          <a:xfrm>
            <a:off x="8858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2" name="直接连接符 131"/>
          <p:cNvSpPr>
            <a:spLocks noGrp="1"/>
          </p:cNvSpPr>
          <p:nvPr/>
        </p:nvSpPr>
        <p:spPr>
          <a:xfrm>
            <a:off x="9810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3" name="直接连接符 132"/>
          <p:cNvSpPr>
            <a:spLocks noGrp="1"/>
          </p:cNvSpPr>
          <p:nvPr/>
        </p:nvSpPr>
        <p:spPr>
          <a:xfrm>
            <a:off x="10763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4" name="直接连接符 133"/>
          <p:cNvSpPr>
            <a:spLocks noGrp="1"/>
          </p:cNvSpPr>
          <p:nvPr/>
        </p:nvSpPr>
        <p:spPr>
          <a:xfrm>
            <a:off x="11715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5" name="直接连接符 134"/>
          <p:cNvSpPr>
            <a:spLocks noGrp="1"/>
          </p:cNvSpPr>
          <p:nvPr/>
        </p:nvSpPr>
        <p:spPr>
          <a:xfrm>
            <a:off x="12668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6" name="直接连接符 135"/>
          <p:cNvSpPr>
            <a:spLocks noGrp="1"/>
          </p:cNvSpPr>
          <p:nvPr/>
        </p:nvSpPr>
        <p:spPr>
          <a:xfrm>
            <a:off x="136207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7" name="直接连接符 136"/>
          <p:cNvSpPr>
            <a:spLocks noGrp="1"/>
          </p:cNvSpPr>
          <p:nvPr/>
        </p:nvSpPr>
        <p:spPr>
          <a:xfrm>
            <a:off x="14573250" y="266700"/>
            <a:ext cx="0" cy="803910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8" name="直接连接符 137"/>
          <p:cNvSpPr>
            <a:spLocks noGrp="1"/>
          </p:cNvSpPr>
          <p:nvPr/>
        </p:nvSpPr>
        <p:spPr>
          <a:xfrm>
            <a:off x="285750" y="266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39" name="直接连接符 138"/>
          <p:cNvSpPr>
            <a:spLocks noGrp="1"/>
          </p:cNvSpPr>
          <p:nvPr/>
        </p:nvSpPr>
        <p:spPr>
          <a:xfrm>
            <a:off x="285750" y="12192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0" name="直接连接符 139"/>
          <p:cNvSpPr>
            <a:spLocks noGrp="1"/>
          </p:cNvSpPr>
          <p:nvPr/>
        </p:nvSpPr>
        <p:spPr>
          <a:xfrm>
            <a:off x="285750" y="2171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1" name="直接连接符 140"/>
          <p:cNvSpPr>
            <a:spLocks noGrp="1"/>
          </p:cNvSpPr>
          <p:nvPr/>
        </p:nvSpPr>
        <p:spPr>
          <a:xfrm>
            <a:off x="285750" y="31242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2" name="直接连接符 141"/>
          <p:cNvSpPr>
            <a:spLocks noGrp="1"/>
          </p:cNvSpPr>
          <p:nvPr/>
        </p:nvSpPr>
        <p:spPr>
          <a:xfrm>
            <a:off x="285750" y="4076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3" name="直接连接符 142"/>
          <p:cNvSpPr>
            <a:spLocks noGrp="1"/>
          </p:cNvSpPr>
          <p:nvPr/>
        </p:nvSpPr>
        <p:spPr>
          <a:xfrm>
            <a:off x="285750" y="50292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4" name="直接连接符 143"/>
          <p:cNvSpPr>
            <a:spLocks noGrp="1"/>
          </p:cNvSpPr>
          <p:nvPr/>
        </p:nvSpPr>
        <p:spPr>
          <a:xfrm>
            <a:off x="285750" y="5981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5" name="直接连接符 144"/>
          <p:cNvSpPr>
            <a:spLocks noGrp="1"/>
          </p:cNvSpPr>
          <p:nvPr/>
        </p:nvSpPr>
        <p:spPr>
          <a:xfrm>
            <a:off x="285750" y="69342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6" name="直接连接符 145"/>
          <p:cNvSpPr>
            <a:spLocks noGrp="1"/>
          </p:cNvSpPr>
          <p:nvPr/>
        </p:nvSpPr>
        <p:spPr>
          <a:xfrm>
            <a:off x="285750" y="7886700"/>
            <a:ext cx="14668500" cy="0"/>
          </a:xfrm>
          <a:prstGeom prst="line">
            <a:avLst/>
          </a:prstGeom>
          <a:noFill/>
          <a:ln w="7144">
            <a:solidFill>
              <a:srgbClr val="D9E1E7"/>
            </a:solidFill>
            <a:prstDash val="solid"/>
          </a:ln>
        </p:spPr>
      </p:sp>
      <p:sp>
        <p:nvSpPr>
          <p:cNvPr id="147" name="outer-blueprint-border"/>
          <p:cNvSpPr>
            <a:spLocks noGrp="1"/>
          </p:cNvSpPr>
          <p:nvPr/>
        </p:nvSpPr>
        <p:spPr>
          <a:xfrm>
            <a:off x="190500" y="228600"/>
            <a:ext cx="14859000" cy="8115300"/>
          </a:xfrm>
          <a:prstGeom prst="rect">
            <a:avLst/>
          </a:prstGeom>
          <a:noFill/>
          <a:ln w="23813">
            <a:solidFill>
              <a:srgbClr val="07386E"/>
            </a:solidFill>
            <a:prstDash val="solid"/>
          </a:ln>
        </p:spPr>
      </p:sp>
      <p:sp>
        <p:nvSpPr>
          <p:cNvPr id="148" name="直接连接符 147"/>
          <p:cNvSpPr>
            <a:spLocks noGrp="1"/>
          </p:cNvSpPr>
          <p:nvPr/>
        </p:nvSpPr>
        <p:spPr>
          <a:xfrm>
            <a:off x="209550" y="209550"/>
            <a:ext cx="14820900" cy="0"/>
          </a:xfrm>
          <a:prstGeom prst="line">
            <a:avLst/>
          </a:prstGeom>
          <a:noFill/>
          <a:ln w="19050">
            <a:solidFill>
              <a:srgbClr val="07386E"/>
            </a:solidFill>
            <a:prstDash val="solid"/>
          </a:ln>
        </p:spPr>
      </p:sp>
      <p:sp>
        <p:nvSpPr>
          <p:cNvPr id="149" name="直接连接符 148"/>
          <p:cNvSpPr>
            <a:spLocks noGrp="1"/>
          </p:cNvSpPr>
          <p:nvPr/>
        </p:nvSpPr>
        <p:spPr>
          <a:xfrm>
            <a:off x="209550" y="8020050"/>
            <a:ext cx="14820900" cy="0"/>
          </a:xfrm>
          <a:prstGeom prst="line">
            <a:avLst/>
          </a:prstGeom>
          <a:noFill/>
          <a:ln w="14288">
            <a:solidFill>
              <a:srgbClr val="07386E"/>
            </a:solidFill>
            <a:prstDash val="solid"/>
          </a:ln>
        </p:spPr>
      </p:sp>
      <p:sp>
        <p:nvSpPr>
          <p:cNvPr id="150" name="直接连接符 149"/>
          <p:cNvSpPr>
            <a:spLocks noGrp="1"/>
          </p:cNvSpPr>
          <p:nvPr/>
        </p:nvSpPr>
        <p:spPr>
          <a:xfrm>
            <a:off x="228600" y="781050"/>
            <a:ext cx="2152650" cy="0"/>
          </a:xfrm>
          <a:prstGeom prst="line">
            <a:avLst/>
          </a:prstGeom>
          <a:noFill/>
          <a:ln w="9525">
            <a:solidFill>
              <a:srgbClr val="07386E"/>
            </a:solidFill>
            <a:prstDash val="solid"/>
          </a:ln>
        </p:spPr>
      </p:sp>
      <p:pic>
        <p:nvPicPr>
          <p:cNvPr id="441" name="图片 4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9617" y="410167"/>
            <a:ext cx="2233134" cy="638038"/>
          </a:xfrm>
          <a:prstGeom prst="rect">
            <a:avLst/>
          </a:prstGeom>
        </p:spPr>
      </p:pic>
      <p:sp>
        <p:nvSpPr>
          <p:cNvPr id="152" name="editable-section-target-outer"/>
          <p:cNvSpPr>
            <a:spLocks noGrp="1"/>
          </p:cNvSpPr>
          <p:nvPr/>
        </p:nvSpPr>
        <p:spPr>
          <a:xfrm>
            <a:off x="457200" y="361950"/>
            <a:ext cx="447675" cy="447675"/>
          </a:xfrm>
          <a:prstGeom prst="ellipse">
            <a:avLst/>
          </a:prstGeom>
          <a:noFill/>
          <a:ln w="14288">
            <a:solidFill>
              <a:srgbClr val="07386E"/>
            </a:solidFill>
            <a:prstDash val="solid"/>
          </a:ln>
        </p:spPr>
      </p:sp>
      <p:sp>
        <p:nvSpPr>
          <p:cNvPr id="153" name="editable-section-target-mid"/>
          <p:cNvSpPr>
            <a:spLocks noGrp="1"/>
          </p:cNvSpPr>
          <p:nvPr/>
        </p:nvSpPr>
        <p:spPr>
          <a:xfrm>
            <a:off x="552450" y="457200"/>
            <a:ext cx="257175" cy="257175"/>
          </a:xfrm>
          <a:prstGeom prst="ellipse">
            <a:avLst/>
          </a:prstGeom>
          <a:noFill/>
          <a:ln w="11430">
            <a:solidFill>
              <a:srgbClr val="07386E"/>
            </a:solidFill>
            <a:prstDash val="solid"/>
          </a:ln>
        </p:spPr>
      </p:sp>
      <p:sp>
        <p:nvSpPr>
          <p:cNvPr id="154" name="直接连接符 153"/>
          <p:cNvSpPr>
            <a:spLocks noGrp="1"/>
          </p:cNvSpPr>
          <p:nvPr/>
        </p:nvSpPr>
        <p:spPr>
          <a:xfrm>
            <a:off x="400050" y="590550"/>
            <a:ext cx="552450" cy="0"/>
          </a:xfrm>
          <a:prstGeom prst="line">
            <a:avLst/>
          </a:prstGeom>
          <a:noFill/>
          <a:ln w="9525">
            <a:solidFill>
              <a:srgbClr val="07386E"/>
            </a:solidFill>
            <a:prstDash val="solid"/>
          </a:ln>
        </p:spPr>
      </p:sp>
      <p:sp>
        <p:nvSpPr>
          <p:cNvPr id="155" name="直接连接符 154"/>
          <p:cNvSpPr>
            <a:spLocks noGrp="1"/>
          </p:cNvSpPr>
          <p:nvPr/>
        </p:nvSpPr>
        <p:spPr>
          <a:xfrm>
            <a:off x="685800" y="304800"/>
            <a:ext cx="0" cy="571500"/>
          </a:xfrm>
          <a:prstGeom prst="line">
            <a:avLst/>
          </a:prstGeom>
          <a:noFill/>
          <a:ln w="9525">
            <a:solidFill>
              <a:srgbClr val="07386E"/>
            </a:solidFill>
            <a:prstDash val="solid"/>
          </a:ln>
        </p:spPr>
      </p:sp>
      <p:sp>
        <p:nvSpPr>
          <p:cNvPr id="156" name="editable-section-name"/>
          <p:cNvSpPr>
            <a:spLocks noGrp="1"/>
          </p:cNvSpPr>
          <p:nvPr/>
        </p:nvSpPr>
        <p:spPr>
          <a:xfrm>
            <a:off x="1143000" y="38100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10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专业方向</a:t>
            </a:r>
            <a:endParaRPr sz="210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7" name="editable-slide3-title"/>
          <p:cNvSpPr>
            <a:spLocks noGrp="1"/>
          </p:cNvSpPr>
          <p:nvPr/>
        </p:nvSpPr>
        <p:spPr>
          <a:xfrm>
            <a:off x="4953000" y="933450"/>
            <a:ext cx="628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390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0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庞大飞行器系统如何分工</a:t>
            </a:r>
            <a:endParaRPr sz="390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48" name="图片 4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225" y="2643301"/>
            <a:ext cx="10646124" cy="3919378"/>
          </a:xfrm>
          <a:prstGeom prst="rect">
            <a:avLst/>
          </a:prstGeom>
        </p:spPr>
      </p:pic>
      <p:pic>
        <p:nvPicPr>
          <p:cNvPr id="449" name="图片 4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7321" y="1822967"/>
            <a:ext cx="1868541" cy="5104306"/>
          </a:xfrm>
          <a:prstGeom prst="rect">
            <a:avLst/>
          </a:prstGeom>
        </p:spPr>
      </p:pic>
      <p:pic>
        <p:nvPicPr>
          <p:cNvPr id="450" name="图片 4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6651" y="4557416"/>
            <a:ext cx="1549522" cy="1321651"/>
          </a:xfrm>
          <a:prstGeom prst="rect">
            <a:avLst/>
          </a:prstGeom>
        </p:spPr>
      </p:pic>
      <p:pic>
        <p:nvPicPr>
          <p:cNvPr id="451" name="图片 4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6651" y="3326914"/>
            <a:ext cx="1093780" cy="783876"/>
          </a:xfrm>
          <a:prstGeom prst="rect">
            <a:avLst/>
          </a:prstGeom>
        </p:spPr>
      </p:pic>
      <p:pic>
        <p:nvPicPr>
          <p:cNvPr id="452" name="图片 45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2201" y="5560048"/>
            <a:ext cx="1914115" cy="1002632"/>
          </a:xfrm>
          <a:prstGeom prst="rect">
            <a:avLst/>
          </a:prstGeom>
        </p:spPr>
      </p:pic>
      <p:sp>
        <p:nvSpPr>
          <p:cNvPr id="163" name="直接连接符 162"/>
          <p:cNvSpPr>
            <a:spLocks noGrp="1"/>
          </p:cNvSpPr>
          <p:nvPr/>
        </p:nvSpPr>
        <p:spPr>
          <a:xfrm>
            <a:off x="2762250" y="2571750"/>
            <a:ext cx="0" cy="428625"/>
          </a:xfrm>
          <a:prstGeom prst="line">
            <a:avLst/>
          </a:prstGeom>
          <a:noFill/>
          <a:ln w="19050">
            <a:solidFill>
              <a:srgbClr val="D87514"/>
            </a:solidFill>
            <a:prstDash val="solid"/>
          </a:ln>
        </p:spPr>
      </p:sp>
      <p:sp>
        <p:nvSpPr>
          <p:cNvPr id="164" name="直接连接符 163"/>
          <p:cNvSpPr>
            <a:spLocks noGrp="1"/>
          </p:cNvSpPr>
          <p:nvPr/>
        </p:nvSpPr>
        <p:spPr>
          <a:xfrm>
            <a:off x="2762250" y="3000375"/>
            <a:ext cx="1028700" cy="0"/>
          </a:xfrm>
          <a:prstGeom prst="line">
            <a:avLst/>
          </a:prstGeom>
          <a:noFill/>
          <a:ln w="19050">
            <a:solidFill>
              <a:srgbClr val="D87514"/>
            </a:solidFill>
            <a:prstDash val="solid"/>
          </a:ln>
        </p:spPr>
      </p:sp>
      <p:sp>
        <p:nvSpPr>
          <p:cNvPr id="165" name="直接连接符 164"/>
          <p:cNvSpPr>
            <a:spLocks noGrp="1"/>
          </p:cNvSpPr>
          <p:nvPr/>
        </p:nvSpPr>
        <p:spPr>
          <a:xfrm>
            <a:off x="3790950" y="3000375"/>
            <a:ext cx="0" cy="666750"/>
          </a:xfrm>
          <a:prstGeom prst="line">
            <a:avLst/>
          </a:prstGeom>
          <a:noFill/>
          <a:ln w="19050">
            <a:solidFill>
              <a:srgbClr val="D87514"/>
            </a:solidFill>
            <a:prstDash val="solid"/>
          </a:ln>
        </p:spPr>
      </p:sp>
      <p:sp>
        <p:nvSpPr>
          <p:cNvPr id="166" name="直接连接符 165"/>
          <p:cNvSpPr>
            <a:spLocks noGrp="1"/>
          </p:cNvSpPr>
          <p:nvPr/>
        </p:nvSpPr>
        <p:spPr>
          <a:xfrm>
            <a:off x="3790950" y="3667125"/>
            <a:ext cx="1114425" cy="361950"/>
          </a:xfrm>
          <a:prstGeom prst="line">
            <a:avLst/>
          </a:prstGeom>
          <a:noFill/>
          <a:ln w="19050">
            <a:solidFill>
              <a:srgbClr val="D87514"/>
            </a:solidFill>
            <a:prstDash val="solid"/>
          </a:ln>
        </p:spPr>
      </p:sp>
      <p:sp>
        <p:nvSpPr>
          <p:cNvPr id="167" name="椭圆 166"/>
          <p:cNvSpPr>
            <a:spLocks noGrp="1"/>
          </p:cNvSpPr>
          <p:nvPr/>
        </p:nvSpPr>
        <p:spPr>
          <a:xfrm>
            <a:off x="4838700" y="3962400"/>
            <a:ext cx="133350" cy="133350"/>
          </a:xfrm>
          <a:prstGeom prst="ellipse">
            <a:avLst/>
          </a:prstGeom>
          <a:solidFill>
            <a:srgbClr val="D87514"/>
          </a:solidFill>
          <a:ln w="0">
            <a:solidFill>
              <a:srgbClr val="D87514"/>
            </a:solidFill>
            <a:prstDash val="solid"/>
          </a:ln>
        </p:spPr>
      </p:sp>
      <p:sp>
        <p:nvSpPr>
          <p:cNvPr id="168" name="直接连接符 167"/>
          <p:cNvSpPr>
            <a:spLocks noGrp="1"/>
          </p:cNvSpPr>
          <p:nvPr/>
        </p:nvSpPr>
        <p:spPr>
          <a:xfrm>
            <a:off x="6572250" y="2571750"/>
            <a:ext cx="0" cy="400050"/>
          </a:xfrm>
          <a:prstGeom prst="line">
            <a:avLst/>
          </a:prstGeom>
          <a:noFill/>
          <a:ln w="19050">
            <a:solidFill>
              <a:srgbClr val="D87514"/>
            </a:solidFill>
            <a:prstDash val="solid"/>
          </a:ln>
        </p:spPr>
      </p:sp>
      <p:sp>
        <p:nvSpPr>
          <p:cNvPr id="169" name="直接连接符 168"/>
          <p:cNvSpPr>
            <a:spLocks noGrp="1"/>
          </p:cNvSpPr>
          <p:nvPr/>
        </p:nvSpPr>
        <p:spPr>
          <a:xfrm>
            <a:off x="6572250" y="2971800"/>
            <a:ext cx="914400" cy="0"/>
          </a:xfrm>
          <a:prstGeom prst="line">
            <a:avLst/>
          </a:prstGeom>
          <a:noFill/>
          <a:ln w="19050">
            <a:solidFill>
              <a:srgbClr val="D87514"/>
            </a:solidFill>
            <a:prstDash val="solid"/>
          </a:ln>
        </p:spPr>
      </p:sp>
      <p:sp>
        <p:nvSpPr>
          <p:cNvPr id="170" name="直接连接符 169"/>
          <p:cNvSpPr>
            <a:spLocks noGrp="1"/>
          </p:cNvSpPr>
          <p:nvPr/>
        </p:nvSpPr>
        <p:spPr>
          <a:xfrm>
            <a:off x="7486650" y="2971800"/>
            <a:ext cx="0" cy="457200"/>
          </a:xfrm>
          <a:prstGeom prst="line">
            <a:avLst/>
          </a:prstGeom>
          <a:noFill/>
          <a:ln w="19050">
            <a:solidFill>
              <a:srgbClr val="D87514"/>
            </a:solidFill>
            <a:prstDash val="solid"/>
          </a:ln>
        </p:spPr>
      </p:sp>
      <p:sp>
        <p:nvSpPr>
          <p:cNvPr id="171" name="椭圆 170"/>
          <p:cNvSpPr>
            <a:spLocks noGrp="1"/>
          </p:cNvSpPr>
          <p:nvPr/>
        </p:nvSpPr>
        <p:spPr>
          <a:xfrm>
            <a:off x="7419975" y="3362325"/>
            <a:ext cx="133350" cy="133350"/>
          </a:xfrm>
          <a:prstGeom prst="ellipse">
            <a:avLst/>
          </a:prstGeom>
          <a:solidFill>
            <a:srgbClr val="D87514"/>
          </a:solidFill>
          <a:ln w="0">
            <a:solidFill>
              <a:srgbClr val="D87514"/>
            </a:solidFill>
            <a:prstDash val="solid"/>
          </a:ln>
        </p:spPr>
      </p:sp>
      <p:sp>
        <p:nvSpPr>
          <p:cNvPr id="172" name="直接连接符 171"/>
          <p:cNvSpPr>
            <a:spLocks noGrp="1"/>
          </p:cNvSpPr>
          <p:nvPr/>
        </p:nvSpPr>
        <p:spPr>
          <a:xfrm>
            <a:off x="10144125" y="2571750"/>
            <a:ext cx="0" cy="457200"/>
          </a:xfrm>
          <a:prstGeom prst="line">
            <a:avLst/>
          </a:prstGeom>
          <a:noFill/>
          <a:ln w="19050">
            <a:solidFill>
              <a:srgbClr val="D87514"/>
            </a:solidFill>
            <a:prstDash val="solid"/>
          </a:ln>
        </p:spPr>
      </p:sp>
      <p:sp>
        <p:nvSpPr>
          <p:cNvPr id="173" name="椭圆 172"/>
          <p:cNvSpPr>
            <a:spLocks noGrp="1"/>
          </p:cNvSpPr>
          <p:nvPr/>
        </p:nvSpPr>
        <p:spPr>
          <a:xfrm>
            <a:off x="10077450" y="2962275"/>
            <a:ext cx="133350" cy="133350"/>
          </a:xfrm>
          <a:prstGeom prst="ellipse">
            <a:avLst/>
          </a:prstGeom>
          <a:solidFill>
            <a:srgbClr val="D87514"/>
          </a:solidFill>
          <a:ln w="0">
            <a:solidFill>
              <a:srgbClr val="D87514"/>
            </a:solidFill>
            <a:prstDash val="solid"/>
          </a:ln>
        </p:spPr>
      </p:sp>
      <p:sp>
        <p:nvSpPr>
          <p:cNvPr id="174" name="直接连接符 173"/>
          <p:cNvSpPr>
            <a:spLocks noGrp="1"/>
          </p:cNvSpPr>
          <p:nvPr/>
        </p:nvSpPr>
        <p:spPr>
          <a:xfrm>
            <a:off x="2781300" y="6191250"/>
            <a:ext cx="0" cy="876300"/>
          </a:xfrm>
          <a:prstGeom prst="line">
            <a:avLst/>
          </a:prstGeom>
          <a:noFill/>
          <a:ln w="19050">
            <a:solidFill>
              <a:srgbClr val="D87514"/>
            </a:solidFill>
            <a:prstDash val="solid"/>
          </a:ln>
        </p:spPr>
      </p:sp>
      <p:sp>
        <p:nvSpPr>
          <p:cNvPr id="175" name="直接连接符 174"/>
          <p:cNvSpPr>
            <a:spLocks noGrp="1"/>
          </p:cNvSpPr>
          <p:nvPr/>
        </p:nvSpPr>
        <p:spPr>
          <a:xfrm>
            <a:off x="2781300" y="7067550"/>
            <a:ext cx="885825" cy="0"/>
          </a:xfrm>
          <a:prstGeom prst="line">
            <a:avLst/>
          </a:prstGeom>
          <a:noFill/>
          <a:ln w="19050">
            <a:solidFill>
              <a:srgbClr val="D87514"/>
            </a:solidFill>
            <a:prstDash val="solid"/>
          </a:ln>
        </p:spPr>
      </p:sp>
      <p:sp>
        <p:nvSpPr>
          <p:cNvPr id="176" name="椭圆 175"/>
          <p:cNvSpPr>
            <a:spLocks noGrp="1"/>
          </p:cNvSpPr>
          <p:nvPr/>
        </p:nvSpPr>
        <p:spPr>
          <a:xfrm>
            <a:off x="3600450" y="5505450"/>
            <a:ext cx="133350" cy="133350"/>
          </a:xfrm>
          <a:prstGeom prst="ellipse">
            <a:avLst/>
          </a:prstGeom>
          <a:solidFill>
            <a:srgbClr val="D87514"/>
          </a:solidFill>
          <a:ln w="0">
            <a:solidFill>
              <a:srgbClr val="D87514"/>
            </a:solidFill>
            <a:prstDash val="solid"/>
          </a:ln>
        </p:spPr>
      </p:sp>
      <p:sp>
        <p:nvSpPr>
          <p:cNvPr id="177" name="直接连接符 176"/>
          <p:cNvSpPr>
            <a:spLocks noGrp="1"/>
          </p:cNvSpPr>
          <p:nvPr/>
        </p:nvSpPr>
        <p:spPr>
          <a:xfrm>
            <a:off x="6715125" y="5753100"/>
            <a:ext cx="0" cy="1314450"/>
          </a:xfrm>
          <a:prstGeom prst="line">
            <a:avLst/>
          </a:prstGeom>
          <a:noFill/>
          <a:ln w="19050">
            <a:solidFill>
              <a:srgbClr val="D87514"/>
            </a:solidFill>
            <a:prstDash val="solid"/>
          </a:ln>
        </p:spPr>
      </p:sp>
      <p:sp>
        <p:nvSpPr>
          <p:cNvPr id="178" name="椭圆 177"/>
          <p:cNvSpPr>
            <a:spLocks noGrp="1"/>
          </p:cNvSpPr>
          <p:nvPr/>
        </p:nvSpPr>
        <p:spPr>
          <a:xfrm>
            <a:off x="6648450" y="5686425"/>
            <a:ext cx="133350" cy="133350"/>
          </a:xfrm>
          <a:prstGeom prst="ellipse">
            <a:avLst/>
          </a:prstGeom>
          <a:solidFill>
            <a:srgbClr val="D87514"/>
          </a:solidFill>
          <a:ln w="0">
            <a:solidFill>
              <a:srgbClr val="D87514"/>
            </a:solidFill>
            <a:prstDash val="solid"/>
          </a:ln>
        </p:spPr>
      </p:sp>
      <p:sp>
        <p:nvSpPr>
          <p:cNvPr id="179" name="直接连接符 178"/>
          <p:cNvSpPr>
            <a:spLocks noGrp="1"/>
          </p:cNvSpPr>
          <p:nvPr/>
        </p:nvSpPr>
        <p:spPr>
          <a:xfrm>
            <a:off x="9391650" y="4000500"/>
            <a:ext cx="1228725" cy="0"/>
          </a:xfrm>
          <a:prstGeom prst="line">
            <a:avLst/>
          </a:prstGeom>
          <a:noFill/>
          <a:ln w="19050">
            <a:solidFill>
              <a:srgbClr val="D87514"/>
            </a:solidFill>
            <a:prstDash val="solid"/>
          </a:ln>
        </p:spPr>
      </p:sp>
      <p:sp>
        <p:nvSpPr>
          <p:cNvPr id="180" name="直接连接符 179"/>
          <p:cNvSpPr>
            <a:spLocks noGrp="1"/>
          </p:cNvSpPr>
          <p:nvPr/>
        </p:nvSpPr>
        <p:spPr>
          <a:xfrm>
            <a:off x="10620375" y="4000500"/>
            <a:ext cx="0" cy="3067050"/>
          </a:xfrm>
          <a:prstGeom prst="line">
            <a:avLst/>
          </a:prstGeom>
          <a:noFill/>
          <a:ln w="19050">
            <a:solidFill>
              <a:srgbClr val="D87514"/>
            </a:solidFill>
            <a:prstDash val="solid"/>
          </a:ln>
        </p:spPr>
      </p:sp>
      <p:sp>
        <p:nvSpPr>
          <p:cNvPr id="181" name="椭圆 180"/>
          <p:cNvSpPr>
            <a:spLocks noGrp="1"/>
          </p:cNvSpPr>
          <p:nvPr/>
        </p:nvSpPr>
        <p:spPr>
          <a:xfrm>
            <a:off x="9324975" y="3933825"/>
            <a:ext cx="133350" cy="133350"/>
          </a:xfrm>
          <a:prstGeom prst="ellipse">
            <a:avLst/>
          </a:prstGeom>
          <a:solidFill>
            <a:srgbClr val="D87514"/>
          </a:solidFill>
          <a:ln w="0">
            <a:solidFill>
              <a:srgbClr val="D87514"/>
            </a:solidFill>
            <a:prstDash val="solid"/>
          </a:ln>
        </p:spPr>
      </p:sp>
      <p:pic>
        <p:nvPicPr>
          <p:cNvPr id="472" name="图片 47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5766" y="1638300"/>
            <a:ext cx="892969" cy="952500"/>
          </a:xfrm>
          <a:prstGeom prst="rect">
            <a:avLst/>
          </a:prstGeom>
        </p:spPr>
      </p:pic>
      <p:sp>
        <p:nvSpPr>
          <p:cNvPr id="183" name="editable-callout-1-title"/>
          <p:cNvSpPr>
            <a:spLocks noGrp="1"/>
          </p:cNvSpPr>
          <p:nvPr/>
        </p:nvSpPr>
        <p:spPr>
          <a:xfrm>
            <a:off x="3314700" y="1781175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总体设计</a:t>
            </a:r>
            <a:endParaRPr sz="195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4" name="editable-callout-1-body"/>
          <p:cNvSpPr>
            <a:spLocks noGrp="1"/>
          </p:cNvSpPr>
          <p:nvPr/>
        </p:nvSpPr>
        <p:spPr>
          <a:xfrm>
            <a:off x="3314700" y="2200275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协调需求、性能指标</a:t>
            </a:r>
            <a:endParaRPr sz="1425" b="0">
              <a:solidFill>
                <a:srgbClr val="203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与系统集成</a:t>
            </a:r>
            <a:endParaRPr sz="1425" b="0">
              <a:solidFill>
                <a:srgbClr val="203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75" name="图片 47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3891" y="1638300"/>
            <a:ext cx="892969" cy="952500"/>
          </a:xfrm>
          <a:prstGeom prst="rect">
            <a:avLst/>
          </a:prstGeom>
        </p:spPr>
      </p:pic>
      <p:sp>
        <p:nvSpPr>
          <p:cNvPr id="186" name="editable-callout-2-title"/>
          <p:cNvSpPr>
            <a:spLocks noGrp="1"/>
          </p:cNvSpPr>
          <p:nvPr/>
        </p:nvSpPr>
        <p:spPr>
          <a:xfrm>
            <a:off x="7362825" y="1781175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航道运载</a:t>
            </a:r>
            <a:endParaRPr sz="195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7" name="editable-callout-2-body"/>
          <p:cNvSpPr>
            <a:spLocks noGrp="1"/>
          </p:cNvSpPr>
          <p:nvPr/>
        </p:nvSpPr>
        <p:spPr>
          <a:xfrm>
            <a:off x="7362825" y="2200275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结构、工艺流程、</a:t>
            </a:r>
            <a:endParaRPr sz="1425" b="0">
              <a:solidFill>
                <a:srgbClr val="203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适航与安全管理</a:t>
            </a:r>
            <a:endParaRPr sz="1425" b="0">
              <a:solidFill>
                <a:srgbClr val="203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78" name="图片 47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54816" y="1638300"/>
            <a:ext cx="892969" cy="952500"/>
          </a:xfrm>
          <a:prstGeom prst="rect">
            <a:avLst/>
          </a:prstGeom>
        </p:spPr>
      </p:pic>
      <p:sp>
        <p:nvSpPr>
          <p:cNvPr id="189" name="editable-callout-3-title"/>
          <p:cNvSpPr>
            <a:spLocks noGrp="1"/>
          </p:cNvSpPr>
          <p:nvPr/>
        </p:nvSpPr>
        <p:spPr>
          <a:xfrm>
            <a:off x="10953750" y="1781175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动力推进</a:t>
            </a:r>
            <a:endParaRPr sz="195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0" name="editable-callout-3-body"/>
          <p:cNvSpPr>
            <a:spLocks noGrp="1"/>
          </p:cNvSpPr>
          <p:nvPr/>
        </p:nvSpPr>
        <p:spPr>
          <a:xfrm>
            <a:off x="10953750" y="2200275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发动机 / 推进系统、</a:t>
            </a:r>
            <a:endParaRPr sz="1425" b="0">
              <a:solidFill>
                <a:srgbClr val="203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能量转换</a:t>
            </a:r>
            <a:endParaRPr sz="1425" b="0">
              <a:solidFill>
                <a:srgbClr val="203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81" name="图片 48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0066" y="6781800"/>
            <a:ext cx="892969" cy="952500"/>
          </a:xfrm>
          <a:prstGeom prst="rect">
            <a:avLst/>
          </a:prstGeom>
        </p:spPr>
      </p:pic>
      <p:sp>
        <p:nvSpPr>
          <p:cNvPr id="192" name="editable-callout-4-title"/>
          <p:cNvSpPr>
            <a:spLocks noGrp="1"/>
          </p:cNvSpPr>
          <p:nvPr/>
        </p:nvSpPr>
        <p:spPr>
          <a:xfrm>
            <a:off x="3429000" y="6934200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导航控制</a:t>
            </a:r>
            <a:endParaRPr sz="195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3" name="editable-callout-4-body"/>
          <p:cNvSpPr>
            <a:spLocks noGrp="1"/>
          </p:cNvSpPr>
          <p:nvPr/>
        </p:nvSpPr>
        <p:spPr>
          <a:xfrm>
            <a:off x="3429000" y="7353300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飞行控制、导航制导、</a:t>
            </a:r>
            <a:endParaRPr sz="1425" b="0">
              <a:solidFill>
                <a:srgbClr val="203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姿态与任务规划</a:t>
            </a:r>
            <a:endParaRPr sz="1425" b="0">
              <a:solidFill>
                <a:srgbClr val="203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84" name="图片 48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9141" y="6781800"/>
            <a:ext cx="892969" cy="952500"/>
          </a:xfrm>
          <a:prstGeom prst="rect">
            <a:avLst/>
          </a:prstGeom>
        </p:spPr>
      </p:pic>
      <p:sp>
        <p:nvSpPr>
          <p:cNvPr id="195" name="editable-callout-5-title"/>
          <p:cNvSpPr>
            <a:spLocks noGrp="1"/>
          </p:cNvSpPr>
          <p:nvPr/>
        </p:nvSpPr>
        <p:spPr>
          <a:xfrm>
            <a:off x="7458075" y="6934200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无人智能</a:t>
            </a:r>
            <a:endParaRPr sz="195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6" name="editable-callout-5-body"/>
          <p:cNvSpPr>
            <a:spLocks noGrp="1"/>
          </p:cNvSpPr>
          <p:nvPr/>
        </p:nvSpPr>
        <p:spPr>
          <a:xfrm>
            <a:off x="7458075" y="7353300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自主感知、决策规划、</a:t>
            </a:r>
            <a:endParaRPr sz="1425" b="0">
              <a:solidFill>
                <a:srgbClr val="203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集群协同</a:t>
            </a:r>
            <a:endParaRPr sz="1425" b="0">
              <a:solidFill>
                <a:srgbClr val="203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87" name="图片 48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35816" y="6781800"/>
            <a:ext cx="892969" cy="952500"/>
          </a:xfrm>
          <a:prstGeom prst="rect">
            <a:avLst/>
          </a:prstGeom>
        </p:spPr>
      </p:pic>
      <p:sp>
        <p:nvSpPr>
          <p:cNvPr id="198" name="editable-callout-6-title"/>
          <p:cNvSpPr>
            <a:spLocks noGrp="1"/>
          </p:cNvSpPr>
          <p:nvPr/>
        </p:nvSpPr>
        <p:spPr>
          <a:xfrm>
            <a:off x="11334750" y="6934200"/>
            <a:ext cx="2476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9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7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生命保障</a:t>
            </a:r>
            <a:endParaRPr sz="1950" b="1">
              <a:solidFill>
                <a:srgbClr val="07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9" name="editable-callout-6-body"/>
          <p:cNvSpPr>
            <a:spLocks noGrp="1"/>
          </p:cNvSpPr>
          <p:nvPr/>
        </p:nvSpPr>
        <p:spPr>
          <a:xfrm>
            <a:off x="11334750" y="7353300"/>
            <a:ext cx="266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座舱环境控制、生命支持、</a:t>
            </a:r>
            <a:endParaRPr sz="1425" b="0">
              <a:solidFill>
                <a:srgbClr val="203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03A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安全与应急</a:t>
            </a:r>
            <a:endParaRPr sz="1425" b="0">
              <a:solidFill>
                <a:srgbClr val="203A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0" name="bottom-navy-band"/>
          <p:cNvSpPr>
            <a:spLocks noGrp="1"/>
          </p:cNvSpPr>
          <p:nvPr/>
        </p:nvSpPr>
        <p:spPr>
          <a:xfrm>
            <a:off x="133350" y="8134350"/>
            <a:ext cx="14973300" cy="428625"/>
          </a:xfrm>
          <a:prstGeom prst="rect">
            <a:avLst/>
          </a:prstGeom>
          <a:solidFill>
            <a:srgbClr val="07386E"/>
          </a:solidFill>
          <a:ln w="0">
            <a:solidFill>
              <a:srgbClr val="07386E"/>
            </a:solidFill>
            <a:prstDash val="solid"/>
          </a:ln>
        </p:spPr>
      </p:sp>
      <p:sp>
        <p:nvSpPr>
          <p:cNvPr id="201" name="直接连接符 200"/>
          <p:cNvSpPr>
            <a:spLocks noGrp="1"/>
          </p:cNvSpPr>
          <p:nvPr/>
        </p:nvSpPr>
        <p:spPr>
          <a:xfrm>
            <a:off x="1905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2" name="直接连接符 201"/>
          <p:cNvSpPr>
            <a:spLocks noGrp="1"/>
          </p:cNvSpPr>
          <p:nvPr/>
        </p:nvSpPr>
        <p:spPr>
          <a:xfrm>
            <a:off x="4191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3" name="直接连接符 202"/>
          <p:cNvSpPr>
            <a:spLocks noGrp="1"/>
          </p:cNvSpPr>
          <p:nvPr/>
        </p:nvSpPr>
        <p:spPr>
          <a:xfrm>
            <a:off x="6477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4" name="直接连接符 203"/>
          <p:cNvSpPr>
            <a:spLocks noGrp="1"/>
          </p:cNvSpPr>
          <p:nvPr/>
        </p:nvSpPr>
        <p:spPr>
          <a:xfrm>
            <a:off x="8763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5" name="直接连接符 204"/>
          <p:cNvSpPr>
            <a:spLocks noGrp="1"/>
          </p:cNvSpPr>
          <p:nvPr/>
        </p:nvSpPr>
        <p:spPr>
          <a:xfrm>
            <a:off x="11049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6" name="直接连接符 205"/>
          <p:cNvSpPr>
            <a:spLocks noGrp="1"/>
          </p:cNvSpPr>
          <p:nvPr/>
        </p:nvSpPr>
        <p:spPr>
          <a:xfrm>
            <a:off x="13335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7" name="直接连接符 206"/>
          <p:cNvSpPr>
            <a:spLocks noGrp="1"/>
          </p:cNvSpPr>
          <p:nvPr/>
        </p:nvSpPr>
        <p:spPr>
          <a:xfrm>
            <a:off x="15621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8" name="直接连接符 207"/>
          <p:cNvSpPr>
            <a:spLocks noGrp="1"/>
          </p:cNvSpPr>
          <p:nvPr/>
        </p:nvSpPr>
        <p:spPr>
          <a:xfrm>
            <a:off x="17907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09" name="直接连接符 208"/>
          <p:cNvSpPr>
            <a:spLocks noGrp="1"/>
          </p:cNvSpPr>
          <p:nvPr/>
        </p:nvSpPr>
        <p:spPr>
          <a:xfrm>
            <a:off x="20193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0" name="直接连接符 209"/>
          <p:cNvSpPr>
            <a:spLocks noGrp="1"/>
          </p:cNvSpPr>
          <p:nvPr/>
        </p:nvSpPr>
        <p:spPr>
          <a:xfrm>
            <a:off x="22479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1" name="直接连接符 210"/>
          <p:cNvSpPr>
            <a:spLocks noGrp="1"/>
          </p:cNvSpPr>
          <p:nvPr/>
        </p:nvSpPr>
        <p:spPr>
          <a:xfrm>
            <a:off x="24765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2" name="直接连接符 211"/>
          <p:cNvSpPr>
            <a:spLocks noGrp="1"/>
          </p:cNvSpPr>
          <p:nvPr/>
        </p:nvSpPr>
        <p:spPr>
          <a:xfrm>
            <a:off x="27051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3" name="直接连接符 212"/>
          <p:cNvSpPr>
            <a:spLocks noGrp="1"/>
          </p:cNvSpPr>
          <p:nvPr/>
        </p:nvSpPr>
        <p:spPr>
          <a:xfrm>
            <a:off x="29337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4" name="直接连接符 213"/>
          <p:cNvSpPr>
            <a:spLocks noGrp="1"/>
          </p:cNvSpPr>
          <p:nvPr/>
        </p:nvSpPr>
        <p:spPr>
          <a:xfrm>
            <a:off x="31623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5" name="直接连接符 214"/>
          <p:cNvSpPr>
            <a:spLocks noGrp="1"/>
          </p:cNvSpPr>
          <p:nvPr/>
        </p:nvSpPr>
        <p:spPr>
          <a:xfrm>
            <a:off x="33909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6" name="直接连接符 215"/>
          <p:cNvSpPr>
            <a:spLocks noGrp="1"/>
          </p:cNvSpPr>
          <p:nvPr/>
        </p:nvSpPr>
        <p:spPr>
          <a:xfrm>
            <a:off x="36195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7" name="直接连接符 216"/>
          <p:cNvSpPr>
            <a:spLocks noGrp="1"/>
          </p:cNvSpPr>
          <p:nvPr/>
        </p:nvSpPr>
        <p:spPr>
          <a:xfrm>
            <a:off x="38481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8" name="直接连接符 217"/>
          <p:cNvSpPr>
            <a:spLocks noGrp="1"/>
          </p:cNvSpPr>
          <p:nvPr/>
        </p:nvSpPr>
        <p:spPr>
          <a:xfrm>
            <a:off x="40767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19" name="直接连接符 218"/>
          <p:cNvSpPr>
            <a:spLocks noGrp="1"/>
          </p:cNvSpPr>
          <p:nvPr/>
        </p:nvSpPr>
        <p:spPr>
          <a:xfrm>
            <a:off x="43053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0" name="直接连接符 219"/>
          <p:cNvSpPr>
            <a:spLocks noGrp="1"/>
          </p:cNvSpPr>
          <p:nvPr/>
        </p:nvSpPr>
        <p:spPr>
          <a:xfrm>
            <a:off x="45339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1" name="直接连接符 220"/>
          <p:cNvSpPr>
            <a:spLocks noGrp="1"/>
          </p:cNvSpPr>
          <p:nvPr/>
        </p:nvSpPr>
        <p:spPr>
          <a:xfrm>
            <a:off x="47625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2" name="直接连接符 221"/>
          <p:cNvSpPr>
            <a:spLocks noGrp="1"/>
          </p:cNvSpPr>
          <p:nvPr/>
        </p:nvSpPr>
        <p:spPr>
          <a:xfrm>
            <a:off x="49911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3" name="直接连接符 222"/>
          <p:cNvSpPr>
            <a:spLocks noGrp="1"/>
          </p:cNvSpPr>
          <p:nvPr/>
        </p:nvSpPr>
        <p:spPr>
          <a:xfrm>
            <a:off x="52197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4" name="直接连接符 223"/>
          <p:cNvSpPr>
            <a:spLocks noGrp="1"/>
          </p:cNvSpPr>
          <p:nvPr/>
        </p:nvSpPr>
        <p:spPr>
          <a:xfrm>
            <a:off x="54483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5" name="直接连接符 224"/>
          <p:cNvSpPr>
            <a:spLocks noGrp="1"/>
          </p:cNvSpPr>
          <p:nvPr/>
        </p:nvSpPr>
        <p:spPr>
          <a:xfrm>
            <a:off x="56769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6" name="直接连接符 225"/>
          <p:cNvSpPr>
            <a:spLocks noGrp="1"/>
          </p:cNvSpPr>
          <p:nvPr/>
        </p:nvSpPr>
        <p:spPr>
          <a:xfrm>
            <a:off x="59055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7" name="直接连接符 226"/>
          <p:cNvSpPr>
            <a:spLocks noGrp="1"/>
          </p:cNvSpPr>
          <p:nvPr/>
        </p:nvSpPr>
        <p:spPr>
          <a:xfrm>
            <a:off x="61341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8" name="直接连接符 227"/>
          <p:cNvSpPr>
            <a:spLocks noGrp="1"/>
          </p:cNvSpPr>
          <p:nvPr/>
        </p:nvSpPr>
        <p:spPr>
          <a:xfrm>
            <a:off x="63627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29" name="直接连接符 228"/>
          <p:cNvSpPr>
            <a:spLocks noGrp="1"/>
          </p:cNvSpPr>
          <p:nvPr/>
        </p:nvSpPr>
        <p:spPr>
          <a:xfrm>
            <a:off x="65913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0" name="直接连接符 229"/>
          <p:cNvSpPr>
            <a:spLocks noGrp="1"/>
          </p:cNvSpPr>
          <p:nvPr/>
        </p:nvSpPr>
        <p:spPr>
          <a:xfrm>
            <a:off x="68199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1" name="直接连接符 230"/>
          <p:cNvSpPr>
            <a:spLocks noGrp="1"/>
          </p:cNvSpPr>
          <p:nvPr/>
        </p:nvSpPr>
        <p:spPr>
          <a:xfrm>
            <a:off x="70485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2" name="直接连接符 231"/>
          <p:cNvSpPr>
            <a:spLocks noGrp="1"/>
          </p:cNvSpPr>
          <p:nvPr/>
        </p:nvSpPr>
        <p:spPr>
          <a:xfrm>
            <a:off x="72771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3" name="直接连接符 232"/>
          <p:cNvSpPr>
            <a:spLocks noGrp="1"/>
          </p:cNvSpPr>
          <p:nvPr/>
        </p:nvSpPr>
        <p:spPr>
          <a:xfrm>
            <a:off x="75057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4" name="直接连接符 233"/>
          <p:cNvSpPr>
            <a:spLocks noGrp="1"/>
          </p:cNvSpPr>
          <p:nvPr/>
        </p:nvSpPr>
        <p:spPr>
          <a:xfrm>
            <a:off x="77343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5" name="直接连接符 234"/>
          <p:cNvSpPr>
            <a:spLocks noGrp="1"/>
          </p:cNvSpPr>
          <p:nvPr/>
        </p:nvSpPr>
        <p:spPr>
          <a:xfrm>
            <a:off x="79629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6" name="直接连接符 235"/>
          <p:cNvSpPr>
            <a:spLocks noGrp="1"/>
          </p:cNvSpPr>
          <p:nvPr/>
        </p:nvSpPr>
        <p:spPr>
          <a:xfrm>
            <a:off x="81915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7" name="直接连接符 236"/>
          <p:cNvSpPr>
            <a:spLocks noGrp="1"/>
          </p:cNvSpPr>
          <p:nvPr/>
        </p:nvSpPr>
        <p:spPr>
          <a:xfrm>
            <a:off x="84201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8" name="直接连接符 237"/>
          <p:cNvSpPr>
            <a:spLocks noGrp="1"/>
          </p:cNvSpPr>
          <p:nvPr/>
        </p:nvSpPr>
        <p:spPr>
          <a:xfrm>
            <a:off x="86487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39" name="直接连接符 238"/>
          <p:cNvSpPr>
            <a:spLocks noGrp="1"/>
          </p:cNvSpPr>
          <p:nvPr/>
        </p:nvSpPr>
        <p:spPr>
          <a:xfrm>
            <a:off x="88773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0" name="直接连接符 239"/>
          <p:cNvSpPr>
            <a:spLocks noGrp="1"/>
          </p:cNvSpPr>
          <p:nvPr/>
        </p:nvSpPr>
        <p:spPr>
          <a:xfrm>
            <a:off x="91059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1" name="直接连接符 240"/>
          <p:cNvSpPr>
            <a:spLocks noGrp="1"/>
          </p:cNvSpPr>
          <p:nvPr/>
        </p:nvSpPr>
        <p:spPr>
          <a:xfrm>
            <a:off x="93345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2" name="直接连接符 241"/>
          <p:cNvSpPr>
            <a:spLocks noGrp="1"/>
          </p:cNvSpPr>
          <p:nvPr/>
        </p:nvSpPr>
        <p:spPr>
          <a:xfrm>
            <a:off x="95631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3" name="直接连接符 242"/>
          <p:cNvSpPr>
            <a:spLocks noGrp="1"/>
          </p:cNvSpPr>
          <p:nvPr/>
        </p:nvSpPr>
        <p:spPr>
          <a:xfrm>
            <a:off x="97917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4" name="直接连接符 243"/>
          <p:cNvSpPr>
            <a:spLocks noGrp="1"/>
          </p:cNvSpPr>
          <p:nvPr/>
        </p:nvSpPr>
        <p:spPr>
          <a:xfrm>
            <a:off x="100203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5" name="直接连接符 244"/>
          <p:cNvSpPr>
            <a:spLocks noGrp="1"/>
          </p:cNvSpPr>
          <p:nvPr/>
        </p:nvSpPr>
        <p:spPr>
          <a:xfrm>
            <a:off x="102489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6" name="直接连接符 245"/>
          <p:cNvSpPr>
            <a:spLocks noGrp="1"/>
          </p:cNvSpPr>
          <p:nvPr/>
        </p:nvSpPr>
        <p:spPr>
          <a:xfrm>
            <a:off x="104775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7" name="直接连接符 246"/>
          <p:cNvSpPr>
            <a:spLocks noGrp="1"/>
          </p:cNvSpPr>
          <p:nvPr/>
        </p:nvSpPr>
        <p:spPr>
          <a:xfrm>
            <a:off x="107061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8" name="直接连接符 247"/>
          <p:cNvSpPr>
            <a:spLocks noGrp="1"/>
          </p:cNvSpPr>
          <p:nvPr/>
        </p:nvSpPr>
        <p:spPr>
          <a:xfrm>
            <a:off x="109347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49" name="直接连接符 248"/>
          <p:cNvSpPr>
            <a:spLocks noGrp="1"/>
          </p:cNvSpPr>
          <p:nvPr/>
        </p:nvSpPr>
        <p:spPr>
          <a:xfrm>
            <a:off x="111633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0" name="直接连接符 249"/>
          <p:cNvSpPr>
            <a:spLocks noGrp="1"/>
          </p:cNvSpPr>
          <p:nvPr/>
        </p:nvSpPr>
        <p:spPr>
          <a:xfrm>
            <a:off x="113919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1" name="直接连接符 250"/>
          <p:cNvSpPr>
            <a:spLocks noGrp="1"/>
          </p:cNvSpPr>
          <p:nvPr/>
        </p:nvSpPr>
        <p:spPr>
          <a:xfrm>
            <a:off x="116205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2" name="直接连接符 251"/>
          <p:cNvSpPr>
            <a:spLocks noGrp="1"/>
          </p:cNvSpPr>
          <p:nvPr/>
        </p:nvSpPr>
        <p:spPr>
          <a:xfrm>
            <a:off x="118491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3" name="直接连接符 252"/>
          <p:cNvSpPr>
            <a:spLocks noGrp="1"/>
          </p:cNvSpPr>
          <p:nvPr/>
        </p:nvSpPr>
        <p:spPr>
          <a:xfrm>
            <a:off x="120777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4" name="直接连接符 253"/>
          <p:cNvSpPr>
            <a:spLocks noGrp="1"/>
          </p:cNvSpPr>
          <p:nvPr/>
        </p:nvSpPr>
        <p:spPr>
          <a:xfrm>
            <a:off x="123063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5" name="直接连接符 254"/>
          <p:cNvSpPr>
            <a:spLocks noGrp="1"/>
          </p:cNvSpPr>
          <p:nvPr/>
        </p:nvSpPr>
        <p:spPr>
          <a:xfrm>
            <a:off x="125349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6" name="直接连接符 255"/>
          <p:cNvSpPr>
            <a:spLocks noGrp="1"/>
          </p:cNvSpPr>
          <p:nvPr/>
        </p:nvSpPr>
        <p:spPr>
          <a:xfrm>
            <a:off x="127635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7" name="直接连接符 256"/>
          <p:cNvSpPr>
            <a:spLocks noGrp="1"/>
          </p:cNvSpPr>
          <p:nvPr/>
        </p:nvSpPr>
        <p:spPr>
          <a:xfrm>
            <a:off x="129921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8" name="直接连接符 257"/>
          <p:cNvSpPr>
            <a:spLocks noGrp="1"/>
          </p:cNvSpPr>
          <p:nvPr/>
        </p:nvSpPr>
        <p:spPr>
          <a:xfrm>
            <a:off x="132207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59" name="直接连接符 258"/>
          <p:cNvSpPr>
            <a:spLocks noGrp="1"/>
          </p:cNvSpPr>
          <p:nvPr/>
        </p:nvSpPr>
        <p:spPr>
          <a:xfrm>
            <a:off x="134493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0" name="直接连接符 259"/>
          <p:cNvSpPr>
            <a:spLocks noGrp="1"/>
          </p:cNvSpPr>
          <p:nvPr/>
        </p:nvSpPr>
        <p:spPr>
          <a:xfrm>
            <a:off x="136779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1" name="直接连接符 260"/>
          <p:cNvSpPr>
            <a:spLocks noGrp="1"/>
          </p:cNvSpPr>
          <p:nvPr/>
        </p:nvSpPr>
        <p:spPr>
          <a:xfrm>
            <a:off x="139065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2" name="直接连接符 261"/>
          <p:cNvSpPr>
            <a:spLocks noGrp="1"/>
          </p:cNvSpPr>
          <p:nvPr/>
        </p:nvSpPr>
        <p:spPr>
          <a:xfrm>
            <a:off x="141351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3" name="直接连接符 262"/>
          <p:cNvSpPr>
            <a:spLocks noGrp="1"/>
          </p:cNvSpPr>
          <p:nvPr/>
        </p:nvSpPr>
        <p:spPr>
          <a:xfrm>
            <a:off x="143637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4" name="直接连接符 263"/>
          <p:cNvSpPr>
            <a:spLocks noGrp="1"/>
          </p:cNvSpPr>
          <p:nvPr/>
        </p:nvSpPr>
        <p:spPr>
          <a:xfrm>
            <a:off x="145923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5" name="直接连接符 264"/>
          <p:cNvSpPr>
            <a:spLocks noGrp="1"/>
          </p:cNvSpPr>
          <p:nvPr/>
        </p:nvSpPr>
        <p:spPr>
          <a:xfrm>
            <a:off x="148209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6" name="直接连接符 265"/>
          <p:cNvSpPr>
            <a:spLocks noGrp="1"/>
          </p:cNvSpPr>
          <p:nvPr/>
        </p:nvSpPr>
        <p:spPr>
          <a:xfrm>
            <a:off x="15049500" y="8134350"/>
            <a:ext cx="0" cy="428625"/>
          </a:xfrm>
          <a:prstGeom prst="line">
            <a:avLst/>
          </a:prstGeom>
          <a:noFill/>
          <a:ln w="4286">
            <a:solidFill>
              <a:srgbClr val="184D85"/>
            </a:solidFill>
            <a:prstDash val="solid"/>
          </a:ln>
        </p:spPr>
      </p:sp>
      <p:sp>
        <p:nvSpPr>
          <p:cNvPr id="267" name="editable-footer"/>
          <p:cNvSpPr>
            <a:spLocks noGrp="1"/>
          </p:cNvSpPr>
          <p:nvPr/>
        </p:nvSpPr>
        <p:spPr>
          <a:xfrm>
            <a:off x="428625" y="822007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航空航天  |  探索 · 工程 · 未来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8" name="直接连接符 267"/>
          <p:cNvSpPr>
            <a:spLocks noGrp="1"/>
          </p:cNvSpPr>
          <p:nvPr/>
        </p:nvSpPr>
        <p:spPr>
          <a:xfrm>
            <a:off x="247650" y="1885950"/>
            <a:ext cx="228600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69" name="直接连接符 268"/>
          <p:cNvSpPr>
            <a:spLocks noGrp="1"/>
          </p:cNvSpPr>
          <p:nvPr/>
        </p:nvSpPr>
        <p:spPr>
          <a:xfrm>
            <a:off x="361950" y="1771650"/>
            <a:ext cx="0" cy="22860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70" name="直接连接符 269"/>
          <p:cNvSpPr>
            <a:spLocks noGrp="1"/>
          </p:cNvSpPr>
          <p:nvPr/>
        </p:nvSpPr>
        <p:spPr>
          <a:xfrm>
            <a:off x="381000" y="7239000"/>
            <a:ext cx="228600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71" name="直接连接符 270"/>
          <p:cNvSpPr>
            <a:spLocks noGrp="1"/>
          </p:cNvSpPr>
          <p:nvPr/>
        </p:nvSpPr>
        <p:spPr>
          <a:xfrm>
            <a:off x="495300" y="7124700"/>
            <a:ext cx="0" cy="22860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72" name="直接连接符 271"/>
          <p:cNvSpPr>
            <a:spLocks noGrp="1"/>
          </p:cNvSpPr>
          <p:nvPr/>
        </p:nvSpPr>
        <p:spPr>
          <a:xfrm>
            <a:off x="342900" y="5162550"/>
            <a:ext cx="228600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73" name="直接连接符 272"/>
          <p:cNvSpPr>
            <a:spLocks noGrp="1"/>
          </p:cNvSpPr>
          <p:nvPr/>
        </p:nvSpPr>
        <p:spPr>
          <a:xfrm>
            <a:off x="457200" y="5048250"/>
            <a:ext cx="0" cy="22860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74" name="直接连接符 273"/>
          <p:cNvSpPr>
            <a:spLocks noGrp="1"/>
          </p:cNvSpPr>
          <p:nvPr/>
        </p:nvSpPr>
        <p:spPr>
          <a:xfrm>
            <a:off x="14316075" y="7810500"/>
            <a:ext cx="228600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75" name="直接连接符 274"/>
          <p:cNvSpPr>
            <a:spLocks noGrp="1"/>
          </p:cNvSpPr>
          <p:nvPr/>
        </p:nvSpPr>
        <p:spPr>
          <a:xfrm>
            <a:off x="14430375" y="7696200"/>
            <a:ext cx="0" cy="22860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76" name="直接连接符 275"/>
          <p:cNvSpPr>
            <a:spLocks noGrp="1"/>
          </p:cNvSpPr>
          <p:nvPr/>
        </p:nvSpPr>
        <p:spPr>
          <a:xfrm>
            <a:off x="14516100" y="552450"/>
            <a:ext cx="228600" cy="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  <p:sp>
        <p:nvSpPr>
          <p:cNvPr id="277" name="直接连接符 276"/>
          <p:cNvSpPr>
            <a:spLocks noGrp="1"/>
          </p:cNvSpPr>
          <p:nvPr/>
        </p:nvSpPr>
        <p:spPr>
          <a:xfrm>
            <a:off x="14630400" y="438150"/>
            <a:ext cx="0" cy="228600"/>
          </a:xfrm>
          <a:prstGeom prst="line">
            <a:avLst/>
          </a:prstGeom>
          <a:noFill/>
          <a:ln w="8573">
            <a:solidFill>
              <a:srgbClr val="07386E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WPS 演示</Application>
  <PresentationFormat>Converted Presentation</PresentationFormat>
  <Paragraphs>36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4</cp:revision>
  <dcterms:created xsi:type="dcterms:W3CDTF">2026-07-29T17:49:00Z</dcterms:created>
  <dcterms:modified xsi:type="dcterms:W3CDTF">2026-08-09T12:13:01Z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CD6D99A2C18342C2B6EBBEFA23229B28_12</vt:lpwstr>
  </property>
  <property fmtid="{D5CDD505-2E9C-101B-9397-08002B2CF9AE}" pid="3" name="KSOProductBuildVer">
    <vt:lpwstr>2052-12.1.0.28022</vt:lpwstr>
  </property>
</Properties>
</file>