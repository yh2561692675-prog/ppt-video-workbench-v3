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9" autoAdjust="0"/>
    <p:restoredTop sz="94660"/>
  </p:normalViewPr>
  <p:slideViewPr>
    <p:cSldViewPr snapToGrid="0">
      <p:cViewPr varScale="1">
        <p:scale>
          <a:sx n="61" d="100"/>
          <a:sy n="61" d="100"/>
        </p:scale>
        <p:origin x="56" y="10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B3D7D-C8EF-4627-9859-71632C34F5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990851-A0B3-44CC-8D56-BB5B2DC3AA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3882" y="419100"/>
            <a:ext cx="10743931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4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HISTORY TRACK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23882" y="590550"/>
            <a:ext cx="10743931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历史类路径更集中，越早明确方向越有优势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723882" y="1114425"/>
            <a:ext cx="10743931" cy="19050"/>
          </a:xfrm>
          <a:prstGeom prst="rect">
            <a:avLst/>
          </a:prstGeom>
          <a:solidFill>
            <a:srgbClr val="064B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42931" y="1428750"/>
            <a:ext cx="6762581" cy="37147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64B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28674" y="1714500"/>
            <a:ext cx="1809705" cy="781050"/>
          </a:xfrm>
          <a:prstGeom prst="rect">
            <a:avLst/>
          </a:prstGeom>
          <a:solidFill>
            <a:srgbClr val="FBF8F1"/>
          </a:solidFill>
          <a:ln w="19050">
            <a:solidFill>
              <a:srgbClr val="064B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62021" y="1847850"/>
            <a:ext cx="1543011" cy="222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4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语言与传播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62021" y="2070100"/>
            <a:ext cx="1543011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中文、外语、新闻传播、网络与新媒体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10065" y="1714500"/>
            <a:ext cx="1809705" cy="781050"/>
          </a:xfrm>
          <a:prstGeom prst="rect">
            <a:avLst/>
          </a:prstGeom>
          <a:solidFill>
            <a:srgbClr val="FBF8F1"/>
          </a:solidFill>
          <a:ln w="19050">
            <a:solidFill>
              <a:srgbClr val="064B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543411" y="1847850"/>
            <a:ext cx="1543011" cy="222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4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法政与社会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43411" y="2070100"/>
            <a:ext cx="1543011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法学、政治学、社会学、公共管理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28674" y="4076700"/>
            <a:ext cx="1809705" cy="781050"/>
          </a:xfrm>
          <a:prstGeom prst="rect">
            <a:avLst/>
          </a:prstGeom>
          <a:solidFill>
            <a:srgbClr val="FBF8F1"/>
          </a:solidFill>
          <a:ln w="19050">
            <a:solidFill>
              <a:srgbClr val="064B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62021" y="4210050"/>
            <a:ext cx="1543011" cy="222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4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人文与教育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2021" y="4432300"/>
            <a:ext cx="1543011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历史、哲学、教育学、师范类专业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10065" y="4076700"/>
            <a:ext cx="1809705" cy="781050"/>
          </a:xfrm>
          <a:prstGeom prst="rect">
            <a:avLst/>
          </a:prstGeom>
          <a:solidFill>
            <a:srgbClr val="FBF8F1"/>
          </a:solidFill>
          <a:ln w="19050">
            <a:solidFill>
              <a:srgbClr val="064B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543411" y="4210050"/>
            <a:ext cx="1543011" cy="222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4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经管与国际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43411" y="4432300"/>
            <a:ext cx="1543011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经济、管理、小语种与国际交流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86043" y="2705100"/>
            <a:ext cx="1714457" cy="1047750"/>
          </a:xfrm>
          <a:prstGeom prst="rect">
            <a:avLst/>
          </a:prstGeom>
          <a:solidFill>
            <a:srgbClr val="064B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838379" y="2295525"/>
            <a:ext cx="447664" cy="19050"/>
          </a:xfrm>
          <a:prstGeom prst="rect">
            <a:avLst/>
          </a:prstGeom>
          <a:solidFill>
            <a:srgbClr val="8796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962401" y="2295525"/>
            <a:ext cx="447664" cy="19050"/>
          </a:xfrm>
          <a:prstGeom prst="rect">
            <a:avLst/>
          </a:prstGeom>
          <a:solidFill>
            <a:srgbClr val="8796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838379" y="4448175"/>
            <a:ext cx="447664" cy="19050"/>
          </a:xfrm>
          <a:prstGeom prst="rect">
            <a:avLst/>
          </a:prstGeom>
          <a:solidFill>
            <a:srgbClr val="8796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962401" y="4448175"/>
            <a:ext cx="447664" cy="19050"/>
          </a:xfrm>
          <a:prstGeom prst="rect">
            <a:avLst/>
          </a:prstGeom>
          <a:solidFill>
            <a:srgbClr val="8796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115097" y="1428750"/>
            <a:ext cx="3333667" cy="1183084"/>
          </a:xfrm>
          <a:prstGeom prst="rect">
            <a:avLst/>
          </a:prstGeom>
          <a:solidFill>
            <a:srgbClr val="EFE7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115097" y="1450975"/>
            <a:ext cx="3333667" cy="0"/>
          </a:xfrm>
          <a:prstGeom prst="line">
            <a:avLst/>
          </a:prstGeom>
          <a:solidFill>
            <a:srgbClr val="FFFFFF">
              <a:alpha val="0"/>
            </a:srgbClr>
          </a:solidFill>
          <a:ln w="44450">
            <a:solidFill>
              <a:srgbClr val="064B9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6543" y="1625600"/>
            <a:ext cx="2990775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4B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更适合的学生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86543" y="1879600"/>
            <a:ext cx="2990775" cy="5798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阅读、表达、归纳与论证能力较强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关注社会、人文、语言与法律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擅长记忆并能形成观点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15097" y="2754709"/>
            <a:ext cx="3333667" cy="1376363"/>
          </a:xfrm>
          <a:prstGeom prst="rect">
            <a:avLst/>
          </a:prstGeom>
          <a:solidFill>
            <a:srgbClr val="EFE7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115097" y="2776934"/>
            <a:ext cx="3333667" cy="0"/>
          </a:xfrm>
          <a:prstGeom prst="line">
            <a:avLst/>
          </a:prstGeom>
          <a:solidFill>
            <a:srgbClr val="FFFFFF">
              <a:alpha val="0"/>
            </a:srgbClr>
          </a:solidFill>
          <a:ln w="44450">
            <a:solidFill>
              <a:srgbClr val="B416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86543" y="2951559"/>
            <a:ext cx="2990775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416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需要注意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86543" y="3205560"/>
            <a:ext cx="2990775" cy="7731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总体专业覆盖范围相对集中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提前研究专业出口与培养要求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艺术生兼顾集训与文化课衔接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616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不被片面“文科无用论”左右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2931" y="5657850"/>
            <a:ext cx="10705832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416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不存在绝对“没有前途”的组合，只有是否适合学生、是否提前规划的区别。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42931" y="6359525"/>
            <a:ext cx="1070583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8796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2931" y="6448425"/>
            <a:ext cx="120012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9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江苏新高考选科逻辑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92300" y="6448425"/>
            <a:ext cx="15646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963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050" dirty="0"/>
          </a:p>
        </p:txBody>
      </p:sp>
      <p:sp>
        <p:nvSpPr>
          <p:cNvPr id="36" name="文本框 35"/>
          <p:cNvSpPr txBox="1"/>
          <p:nvPr/>
        </p:nvSpPr>
        <p:spPr>
          <a:xfrm>
            <a:off x="3285998" y="2705100"/>
            <a:ext cx="1714500" cy="10477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b="1">
                <a:solidFill>
                  <a:srgbClr val="FFFFFF"/>
                </a:solidFill>
              </a:rPr>
              <a:t>历史类组合
专业路径</a:t>
            </a:r>
            <a:endParaRPr lang="zh-CN" altLang="en-US" b="1">
              <a:solidFill>
                <a:srgbClr val="FFFFFF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285998" y="2705100"/>
            <a:ext cx="1714500" cy="1047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b="1">
                <a:solidFill>
                  <a:srgbClr val="FFFFFF"/>
                </a:solidFill>
              </a:rPr>
              <a:t>历史类组合
专业路径</a:t>
            </a:r>
            <a:endParaRPr lang="zh-CN" altLang="en-US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WPS 演示</Application>
  <PresentationFormat>宽屏</PresentationFormat>
  <Paragraphs>43</Paragraphs>
  <Slides>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微软雅黑</vt:lpstr>
      <vt:lpstr>宋体</vt:lpstr>
      <vt:lpstr>Times New Roman</vt:lpstr>
      <vt:lpstr>Times New Roman</vt:lpstr>
      <vt:lpstr>Times New Roman</vt:lpstr>
      <vt:lpstr>Calibri</vt:lpstr>
      <vt:lpstr>等线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 H</dc:creator>
  <cp:lastModifiedBy>HanYu</cp:lastModifiedBy>
  <cp:revision>2</cp:revision>
  <dcterms:created xsi:type="dcterms:W3CDTF">2026-08-01T10:31:00Z</dcterms:created>
  <dcterms:modified xsi:type="dcterms:W3CDTF">2026-08-09T12:13:48Z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711845B3CF144669A5FFF2617A1CC3F4_12</vt:lpwstr>
  </property>
  <property fmtid="{D5CDD505-2E9C-101B-9397-08002B2CF9AE}" pid="3" name="KSOProductBuildVer">
    <vt:lpwstr>2052-12.1.0.28022</vt:lpwstr>
  </property>
</Properties>
</file>