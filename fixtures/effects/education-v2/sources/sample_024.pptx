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Visual reconstruction based on the user-provided reference image: E:/志愿填报视频资料/03.PPT图片格式/航空航天类/ChatGPT Image 2026年7月29日 00_18_31 (4).png</a:t>
            </a:r>
          </a:p>
          <a:p>
            <a:r>
              <a:t>Main title, section label, four course block headings/items, tool ability labels, frames, footer and grid are rebuilt as editable PPT elements.</a:t>
            </a:r>
          </a:p>
          <a:p>
            <a:r>
              <a:t>Airfoil/structure/material diagrams, engine diagrams, control/navigation diagrams, cabin/environment diagrams and tool illustrations are retained as cropped image assets to preserve detailed blueprint texture.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1" name="直接连接符 270"/>
          <p:cNvSpPr>
            <a:spLocks noGrp="1"/>
          </p:cNvSpPr>
          <p:nvPr/>
        </p:nvSpPr>
        <p:spPr>
          <a:xfrm>
            <a:off x="285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76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66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857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1047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1238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1428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619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809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000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190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2381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2571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762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2952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3143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3333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3524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3714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3905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4095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4286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4476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4667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4857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5048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5238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5429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5619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5810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6000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6191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6381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6572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6762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6953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7143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7334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7524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7715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7905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8096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8286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8477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8667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8858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9048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9239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9429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9620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9810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10001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10191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10382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10572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10763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10953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8" name="直接连接符 57"/>
          <p:cNvSpPr>
            <a:spLocks noGrp="1"/>
          </p:cNvSpPr>
          <p:nvPr/>
        </p:nvSpPr>
        <p:spPr>
          <a:xfrm>
            <a:off x="11144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9" name="直接连接符 58"/>
          <p:cNvSpPr>
            <a:spLocks noGrp="1"/>
          </p:cNvSpPr>
          <p:nvPr/>
        </p:nvSpPr>
        <p:spPr>
          <a:xfrm>
            <a:off x="11334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0" name="直接连接符 59"/>
          <p:cNvSpPr>
            <a:spLocks noGrp="1"/>
          </p:cNvSpPr>
          <p:nvPr/>
        </p:nvSpPr>
        <p:spPr>
          <a:xfrm>
            <a:off x="11525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1" name="直接连接符 60"/>
          <p:cNvSpPr>
            <a:spLocks noGrp="1"/>
          </p:cNvSpPr>
          <p:nvPr/>
        </p:nvSpPr>
        <p:spPr>
          <a:xfrm>
            <a:off x="11715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2" name="直接连接符 61"/>
          <p:cNvSpPr>
            <a:spLocks noGrp="1"/>
          </p:cNvSpPr>
          <p:nvPr/>
        </p:nvSpPr>
        <p:spPr>
          <a:xfrm>
            <a:off x="11906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3" name="直接连接符 62"/>
          <p:cNvSpPr>
            <a:spLocks noGrp="1"/>
          </p:cNvSpPr>
          <p:nvPr/>
        </p:nvSpPr>
        <p:spPr>
          <a:xfrm>
            <a:off x="12096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12287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12477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6" name="直接连接符 65"/>
          <p:cNvSpPr>
            <a:spLocks noGrp="1"/>
          </p:cNvSpPr>
          <p:nvPr/>
        </p:nvSpPr>
        <p:spPr>
          <a:xfrm>
            <a:off x="12668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7" name="直接连接符 66"/>
          <p:cNvSpPr>
            <a:spLocks noGrp="1"/>
          </p:cNvSpPr>
          <p:nvPr/>
        </p:nvSpPr>
        <p:spPr>
          <a:xfrm>
            <a:off x="12858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8" name="直接连接符 67"/>
          <p:cNvSpPr>
            <a:spLocks noGrp="1"/>
          </p:cNvSpPr>
          <p:nvPr/>
        </p:nvSpPr>
        <p:spPr>
          <a:xfrm>
            <a:off x="13049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9" name="直接连接符 68"/>
          <p:cNvSpPr>
            <a:spLocks noGrp="1"/>
          </p:cNvSpPr>
          <p:nvPr/>
        </p:nvSpPr>
        <p:spPr>
          <a:xfrm>
            <a:off x="13239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0" name="直接连接符 69"/>
          <p:cNvSpPr>
            <a:spLocks noGrp="1"/>
          </p:cNvSpPr>
          <p:nvPr/>
        </p:nvSpPr>
        <p:spPr>
          <a:xfrm>
            <a:off x="13430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1" name="直接连接符 70"/>
          <p:cNvSpPr>
            <a:spLocks noGrp="1"/>
          </p:cNvSpPr>
          <p:nvPr/>
        </p:nvSpPr>
        <p:spPr>
          <a:xfrm>
            <a:off x="13620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2" name="直接连接符 71"/>
          <p:cNvSpPr>
            <a:spLocks noGrp="1"/>
          </p:cNvSpPr>
          <p:nvPr/>
        </p:nvSpPr>
        <p:spPr>
          <a:xfrm>
            <a:off x="13811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3" name="直接连接符 72"/>
          <p:cNvSpPr>
            <a:spLocks noGrp="1"/>
          </p:cNvSpPr>
          <p:nvPr/>
        </p:nvSpPr>
        <p:spPr>
          <a:xfrm>
            <a:off x="14001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4" name="直接连接符 73"/>
          <p:cNvSpPr>
            <a:spLocks noGrp="1"/>
          </p:cNvSpPr>
          <p:nvPr/>
        </p:nvSpPr>
        <p:spPr>
          <a:xfrm>
            <a:off x="14192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5" name="直接连接符 74"/>
          <p:cNvSpPr>
            <a:spLocks noGrp="1"/>
          </p:cNvSpPr>
          <p:nvPr/>
        </p:nvSpPr>
        <p:spPr>
          <a:xfrm>
            <a:off x="14382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6" name="直接连接符 75"/>
          <p:cNvSpPr>
            <a:spLocks noGrp="1"/>
          </p:cNvSpPr>
          <p:nvPr/>
        </p:nvSpPr>
        <p:spPr>
          <a:xfrm>
            <a:off x="14573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7" name="直接连接符 76"/>
          <p:cNvSpPr>
            <a:spLocks noGrp="1"/>
          </p:cNvSpPr>
          <p:nvPr/>
        </p:nvSpPr>
        <p:spPr>
          <a:xfrm>
            <a:off x="14763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8" name="直接连接符 77"/>
          <p:cNvSpPr>
            <a:spLocks noGrp="1"/>
          </p:cNvSpPr>
          <p:nvPr/>
        </p:nvSpPr>
        <p:spPr>
          <a:xfrm>
            <a:off x="14954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9" name="直接连接符 78"/>
          <p:cNvSpPr>
            <a:spLocks noGrp="1"/>
          </p:cNvSpPr>
          <p:nvPr/>
        </p:nvSpPr>
        <p:spPr>
          <a:xfrm>
            <a:off x="285750" y="266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0" name="直接连接符 79"/>
          <p:cNvSpPr>
            <a:spLocks noGrp="1"/>
          </p:cNvSpPr>
          <p:nvPr/>
        </p:nvSpPr>
        <p:spPr>
          <a:xfrm>
            <a:off x="285750" y="457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1" name="直接连接符 80"/>
          <p:cNvSpPr>
            <a:spLocks noGrp="1"/>
          </p:cNvSpPr>
          <p:nvPr/>
        </p:nvSpPr>
        <p:spPr>
          <a:xfrm>
            <a:off x="285750" y="647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2" name="直接连接符 81"/>
          <p:cNvSpPr>
            <a:spLocks noGrp="1"/>
          </p:cNvSpPr>
          <p:nvPr/>
        </p:nvSpPr>
        <p:spPr>
          <a:xfrm>
            <a:off x="285750" y="838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3" name="直接连接符 82"/>
          <p:cNvSpPr>
            <a:spLocks noGrp="1"/>
          </p:cNvSpPr>
          <p:nvPr/>
        </p:nvSpPr>
        <p:spPr>
          <a:xfrm>
            <a:off x="285750" y="1028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4" name="直接连接符 83"/>
          <p:cNvSpPr>
            <a:spLocks noGrp="1"/>
          </p:cNvSpPr>
          <p:nvPr/>
        </p:nvSpPr>
        <p:spPr>
          <a:xfrm>
            <a:off x="285750" y="1219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5" name="直接连接符 84"/>
          <p:cNvSpPr>
            <a:spLocks noGrp="1"/>
          </p:cNvSpPr>
          <p:nvPr/>
        </p:nvSpPr>
        <p:spPr>
          <a:xfrm>
            <a:off x="285750" y="1409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6" name="直接连接符 85"/>
          <p:cNvSpPr>
            <a:spLocks noGrp="1"/>
          </p:cNvSpPr>
          <p:nvPr/>
        </p:nvSpPr>
        <p:spPr>
          <a:xfrm>
            <a:off x="285750" y="1600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7" name="直接连接符 86"/>
          <p:cNvSpPr>
            <a:spLocks noGrp="1"/>
          </p:cNvSpPr>
          <p:nvPr/>
        </p:nvSpPr>
        <p:spPr>
          <a:xfrm>
            <a:off x="285750" y="1790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8" name="直接连接符 87"/>
          <p:cNvSpPr>
            <a:spLocks noGrp="1"/>
          </p:cNvSpPr>
          <p:nvPr/>
        </p:nvSpPr>
        <p:spPr>
          <a:xfrm>
            <a:off x="285750" y="1981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9" name="直接连接符 88"/>
          <p:cNvSpPr>
            <a:spLocks noGrp="1"/>
          </p:cNvSpPr>
          <p:nvPr/>
        </p:nvSpPr>
        <p:spPr>
          <a:xfrm>
            <a:off x="285750" y="2171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0" name="直接连接符 89"/>
          <p:cNvSpPr>
            <a:spLocks noGrp="1"/>
          </p:cNvSpPr>
          <p:nvPr/>
        </p:nvSpPr>
        <p:spPr>
          <a:xfrm>
            <a:off x="285750" y="2362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1" name="直接连接符 90"/>
          <p:cNvSpPr>
            <a:spLocks noGrp="1"/>
          </p:cNvSpPr>
          <p:nvPr/>
        </p:nvSpPr>
        <p:spPr>
          <a:xfrm>
            <a:off x="285750" y="2552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2" name="直接连接符 91"/>
          <p:cNvSpPr>
            <a:spLocks noGrp="1"/>
          </p:cNvSpPr>
          <p:nvPr/>
        </p:nvSpPr>
        <p:spPr>
          <a:xfrm>
            <a:off x="285750" y="2743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3" name="直接连接符 92"/>
          <p:cNvSpPr>
            <a:spLocks noGrp="1"/>
          </p:cNvSpPr>
          <p:nvPr/>
        </p:nvSpPr>
        <p:spPr>
          <a:xfrm>
            <a:off x="285750" y="2933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4" name="直接连接符 93"/>
          <p:cNvSpPr>
            <a:spLocks noGrp="1"/>
          </p:cNvSpPr>
          <p:nvPr/>
        </p:nvSpPr>
        <p:spPr>
          <a:xfrm>
            <a:off x="285750" y="3124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5" name="直接连接符 94"/>
          <p:cNvSpPr>
            <a:spLocks noGrp="1"/>
          </p:cNvSpPr>
          <p:nvPr/>
        </p:nvSpPr>
        <p:spPr>
          <a:xfrm>
            <a:off x="285750" y="3314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6" name="直接连接符 95"/>
          <p:cNvSpPr>
            <a:spLocks noGrp="1"/>
          </p:cNvSpPr>
          <p:nvPr/>
        </p:nvSpPr>
        <p:spPr>
          <a:xfrm>
            <a:off x="285750" y="3505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7" name="直接连接符 96"/>
          <p:cNvSpPr>
            <a:spLocks noGrp="1"/>
          </p:cNvSpPr>
          <p:nvPr/>
        </p:nvSpPr>
        <p:spPr>
          <a:xfrm>
            <a:off x="285750" y="3695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8" name="直接连接符 97"/>
          <p:cNvSpPr>
            <a:spLocks noGrp="1"/>
          </p:cNvSpPr>
          <p:nvPr/>
        </p:nvSpPr>
        <p:spPr>
          <a:xfrm>
            <a:off x="285750" y="3886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9" name="直接连接符 98"/>
          <p:cNvSpPr>
            <a:spLocks noGrp="1"/>
          </p:cNvSpPr>
          <p:nvPr/>
        </p:nvSpPr>
        <p:spPr>
          <a:xfrm>
            <a:off x="285750" y="4076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0" name="直接连接符 99"/>
          <p:cNvSpPr>
            <a:spLocks noGrp="1"/>
          </p:cNvSpPr>
          <p:nvPr/>
        </p:nvSpPr>
        <p:spPr>
          <a:xfrm>
            <a:off x="285750" y="4267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1" name="直接连接符 100"/>
          <p:cNvSpPr>
            <a:spLocks noGrp="1"/>
          </p:cNvSpPr>
          <p:nvPr/>
        </p:nvSpPr>
        <p:spPr>
          <a:xfrm>
            <a:off x="285750" y="4457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2" name="直接连接符 101"/>
          <p:cNvSpPr>
            <a:spLocks noGrp="1"/>
          </p:cNvSpPr>
          <p:nvPr/>
        </p:nvSpPr>
        <p:spPr>
          <a:xfrm>
            <a:off x="285750" y="4648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3" name="直接连接符 102"/>
          <p:cNvSpPr>
            <a:spLocks noGrp="1"/>
          </p:cNvSpPr>
          <p:nvPr/>
        </p:nvSpPr>
        <p:spPr>
          <a:xfrm>
            <a:off x="285750" y="4838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4" name="直接连接符 103"/>
          <p:cNvSpPr>
            <a:spLocks noGrp="1"/>
          </p:cNvSpPr>
          <p:nvPr/>
        </p:nvSpPr>
        <p:spPr>
          <a:xfrm>
            <a:off x="285750" y="5029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5" name="直接连接符 104"/>
          <p:cNvSpPr>
            <a:spLocks noGrp="1"/>
          </p:cNvSpPr>
          <p:nvPr/>
        </p:nvSpPr>
        <p:spPr>
          <a:xfrm>
            <a:off x="285750" y="5219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6" name="直接连接符 105"/>
          <p:cNvSpPr>
            <a:spLocks noGrp="1"/>
          </p:cNvSpPr>
          <p:nvPr/>
        </p:nvSpPr>
        <p:spPr>
          <a:xfrm>
            <a:off x="285750" y="5410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7" name="直接连接符 106"/>
          <p:cNvSpPr>
            <a:spLocks noGrp="1"/>
          </p:cNvSpPr>
          <p:nvPr/>
        </p:nvSpPr>
        <p:spPr>
          <a:xfrm>
            <a:off x="285750" y="5600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8" name="直接连接符 107"/>
          <p:cNvSpPr>
            <a:spLocks noGrp="1"/>
          </p:cNvSpPr>
          <p:nvPr/>
        </p:nvSpPr>
        <p:spPr>
          <a:xfrm>
            <a:off x="285750" y="5791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9" name="直接连接符 108"/>
          <p:cNvSpPr>
            <a:spLocks noGrp="1"/>
          </p:cNvSpPr>
          <p:nvPr/>
        </p:nvSpPr>
        <p:spPr>
          <a:xfrm>
            <a:off x="285750" y="5981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0" name="直接连接符 109"/>
          <p:cNvSpPr>
            <a:spLocks noGrp="1"/>
          </p:cNvSpPr>
          <p:nvPr/>
        </p:nvSpPr>
        <p:spPr>
          <a:xfrm>
            <a:off x="285750" y="6172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1" name="直接连接符 110"/>
          <p:cNvSpPr>
            <a:spLocks noGrp="1"/>
          </p:cNvSpPr>
          <p:nvPr/>
        </p:nvSpPr>
        <p:spPr>
          <a:xfrm>
            <a:off x="285750" y="6362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2" name="直接连接符 111"/>
          <p:cNvSpPr>
            <a:spLocks noGrp="1"/>
          </p:cNvSpPr>
          <p:nvPr/>
        </p:nvSpPr>
        <p:spPr>
          <a:xfrm>
            <a:off x="285750" y="6553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3" name="直接连接符 112"/>
          <p:cNvSpPr>
            <a:spLocks noGrp="1"/>
          </p:cNvSpPr>
          <p:nvPr/>
        </p:nvSpPr>
        <p:spPr>
          <a:xfrm>
            <a:off x="285750" y="6743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4" name="直接连接符 113"/>
          <p:cNvSpPr>
            <a:spLocks noGrp="1"/>
          </p:cNvSpPr>
          <p:nvPr/>
        </p:nvSpPr>
        <p:spPr>
          <a:xfrm>
            <a:off x="285750" y="6934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5" name="直接连接符 114"/>
          <p:cNvSpPr>
            <a:spLocks noGrp="1"/>
          </p:cNvSpPr>
          <p:nvPr/>
        </p:nvSpPr>
        <p:spPr>
          <a:xfrm>
            <a:off x="285750" y="7124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6" name="直接连接符 115"/>
          <p:cNvSpPr>
            <a:spLocks noGrp="1"/>
          </p:cNvSpPr>
          <p:nvPr/>
        </p:nvSpPr>
        <p:spPr>
          <a:xfrm>
            <a:off x="285750" y="7315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7" name="直接连接符 116"/>
          <p:cNvSpPr>
            <a:spLocks noGrp="1"/>
          </p:cNvSpPr>
          <p:nvPr/>
        </p:nvSpPr>
        <p:spPr>
          <a:xfrm>
            <a:off x="285750" y="7505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8" name="直接连接符 117"/>
          <p:cNvSpPr>
            <a:spLocks noGrp="1"/>
          </p:cNvSpPr>
          <p:nvPr/>
        </p:nvSpPr>
        <p:spPr>
          <a:xfrm>
            <a:off x="285750" y="7696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9" name="直接连接符 118"/>
          <p:cNvSpPr>
            <a:spLocks noGrp="1"/>
          </p:cNvSpPr>
          <p:nvPr/>
        </p:nvSpPr>
        <p:spPr>
          <a:xfrm>
            <a:off x="285750" y="7886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20" name="直接连接符 119"/>
          <p:cNvSpPr>
            <a:spLocks noGrp="1"/>
          </p:cNvSpPr>
          <p:nvPr/>
        </p:nvSpPr>
        <p:spPr>
          <a:xfrm>
            <a:off x="285750" y="8077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21" name="直接连接符 120"/>
          <p:cNvSpPr>
            <a:spLocks noGrp="1"/>
          </p:cNvSpPr>
          <p:nvPr/>
        </p:nvSpPr>
        <p:spPr>
          <a:xfrm>
            <a:off x="285750" y="8267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22" name="直接连接符 121"/>
          <p:cNvSpPr>
            <a:spLocks noGrp="1"/>
          </p:cNvSpPr>
          <p:nvPr/>
        </p:nvSpPr>
        <p:spPr>
          <a:xfrm>
            <a:off x="285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3" name="直接连接符 122"/>
          <p:cNvSpPr>
            <a:spLocks noGrp="1"/>
          </p:cNvSpPr>
          <p:nvPr/>
        </p:nvSpPr>
        <p:spPr>
          <a:xfrm>
            <a:off x="1238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4" name="直接连接符 123"/>
          <p:cNvSpPr>
            <a:spLocks noGrp="1"/>
          </p:cNvSpPr>
          <p:nvPr/>
        </p:nvSpPr>
        <p:spPr>
          <a:xfrm>
            <a:off x="2190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5" name="直接连接符 124"/>
          <p:cNvSpPr>
            <a:spLocks noGrp="1"/>
          </p:cNvSpPr>
          <p:nvPr/>
        </p:nvSpPr>
        <p:spPr>
          <a:xfrm>
            <a:off x="3143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6" name="直接连接符 125"/>
          <p:cNvSpPr>
            <a:spLocks noGrp="1"/>
          </p:cNvSpPr>
          <p:nvPr/>
        </p:nvSpPr>
        <p:spPr>
          <a:xfrm>
            <a:off x="4095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7" name="直接连接符 126"/>
          <p:cNvSpPr>
            <a:spLocks noGrp="1"/>
          </p:cNvSpPr>
          <p:nvPr/>
        </p:nvSpPr>
        <p:spPr>
          <a:xfrm>
            <a:off x="5048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8" name="直接连接符 127"/>
          <p:cNvSpPr>
            <a:spLocks noGrp="1"/>
          </p:cNvSpPr>
          <p:nvPr/>
        </p:nvSpPr>
        <p:spPr>
          <a:xfrm>
            <a:off x="6000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9" name="直接连接符 128"/>
          <p:cNvSpPr>
            <a:spLocks noGrp="1"/>
          </p:cNvSpPr>
          <p:nvPr/>
        </p:nvSpPr>
        <p:spPr>
          <a:xfrm>
            <a:off x="6953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0" name="直接连接符 129"/>
          <p:cNvSpPr>
            <a:spLocks noGrp="1"/>
          </p:cNvSpPr>
          <p:nvPr/>
        </p:nvSpPr>
        <p:spPr>
          <a:xfrm>
            <a:off x="7905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1" name="直接连接符 130"/>
          <p:cNvSpPr>
            <a:spLocks noGrp="1"/>
          </p:cNvSpPr>
          <p:nvPr/>
        </p:nvSpPr>
        <p:spPr>
          <a:xfrm>
            <a:off x="8858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2" name="直接连接符 131"/>
          <p:cNvSpPr>
            <a:spLocks noGrp="1"/>
          </p:cNvSpPr>
          <p:nvPr/>
        </p:nvSpPr>
        <p:spPr>
          <a:xfrm>
            <a:off x="9810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3" name="直接连接符 132"/>
          <p:cNvSpPr>
            <a:spLocks noGrp="1"/>
          </p:cNvSpPr>
          <p:nvPr/>
        </p:nvSpPr>
        <p:spPr>
          <a:xfrm>
            <a:off x="10763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4" name="直接连接符 133"/>
          <p:cNvSpPr>
            <a:spLocks noGrp="1"/>
          </p:cNvSpPr>
          <p:nvPr/>
        </p:nvSpPr>
        <p:spPr>
          <a:xfrm>
            <a:off x="11715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5" name="直接连接符 134"/>
          <p:cNvSpPr>
            <a:spLocks noGrp="1"/>
          </p:cNvSpPr>
          <p:nvPr/>
        </p:nvSpPr>
        <p:spPr>
          <a:xfrm>
            <a:off x="12668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6" name="直接连接符 135"/>
          <p:cNvSpPr>
            <a:spLocks noGrp="1"/>
          </p:cNvSpPr>
          <p:nvPr/>
        </p:nvSpPr>
        <p:spPr>
          <a:xfrm>
            <a:off x="13620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7" name="直接连接符 136"/>
          <p:cNvSpPr>
            <a:spLocks noGrp="1"/>
          </p:cNvSpPr>
          <p:nvPr/>
        </p:nvSpPr>
        <p:spPr>
          <a:xfrm>
            <a:off x="14573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8" name="直接连接符 137"/>
          <p:cNvSpPr>
            <a:spLocks noGrp="1"/>
          </p:cNvSpPr>
          <p:nvPr/>
        </p:nvSpPr>
        <p:spPr>
          <a:xfrm>
            <a:off x="285750" y="266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9" name="直接连接符 138"/>
          <p:cNvSpPr>
            <a:spLocks noGrp="1"/>
          </p:cNvSpPr>
          <p:nvPr/>
        </p:nvSpPr>
        <p:spPr>
          <a:xfrm>
            <a:off x="285750" y="12192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0" name="直接连接符 139"/>
          <p:cNvSpPr>
            <a:spLocks noGrp="1"/>
          </p:cNvSpPr>
          <p:nvPr/>
        </p:nvSpPr>
        <p:spPr>
          <a:xfrm>
            <a:off x="285750" y="2171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1" name="直接连接符 140"/>
          <p:cNvSpPr>
            <a:spLocks noGrp="1"/>
          </p:cNvSpPr>
          <p:nvPr/>
        </p:nvSpPr>
        <p:spPr>
          <a:xfrm>
            <a:off x="285750" y="31242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2" name="直接连接符 141"/>
          <p:cNvSpPr>
            <a:spLocks noGrp="1"/>
          </p:cNvSpPr>
          <p:nvPr/>
        </p:nvSpPr>
        <p:spPr>
          <a:xfrm>
            <a:off x="285750" y="4076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3" name="直接连接符 142"/>
          <p:cNvSpPr>
            <a:spLocks noGrp="1"/>
          </p:cNvSpPr>
          <p:nvPr/>
        </p:nvSpPr>
        <p:spPr>
          <a:xfrm>
            <a:off x="285750" y="50292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4" name="直接连接符 143"/>
          <p:cNvSpPr>
            <a:spLocks noGrp="1"/>
          </p:cNvSpPr>
          <p:nvPr/>
        </p:nvSpPr>
        <p:spPr>
          <a:xfrm>
            <a:off x="285750" y="5981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5" name="直接连接符 144"/>
          <p:cNvSpPr>
            <a:spLocks noGrp="1"/>
          </p:cNvSpPr>
          <p:nvPr/>
        </p:nvSpPr>
        <p:spPr>
          <a:xfrm>
            <a:off x="285750" y="69342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6" name="直接连接符 145"/>
          <p:cNvSpPr>
            <a:spLocks noGrp="1"/>
          </p:cNvSpPr>
          <p:nvPr/>
        </p:nvSpPr>
        <p:spPr>
          <a:xfrm>
            <a:off x="285750" y="7886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7" name="outer-blueprint-border"/>
          <p:cNvSpPr>
            <a:spLocks noGrp="1"/>
          </p:cNvSpPr>
          <p:nvPr/>
        </p:nvSpPr>
        <p:spPr>
          <a:xfrm>
            <a:off x="190500" y="228600"/>
            <a:ext cx="14859000" cy="8115300"/>
          </a:xfrm>
          <a:prstGeom prst="rect">
            <a:avLst/>
          </a:prstGeom>
          <a:noFill/>
          <a:ln w="23813">
            <a:solidFill>
              <a:srgbClr val="07386E"/>
            </a:solidFill>
            <a:prstDash val="solid"/>
          </a:ln>
        </p:spPr>
      </p:sp>
      <p:pic>
        <p:nvPicPr>
          <p:cNvPr id="428" name="图片 4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1534" y="293005"/>
            <a:ext cx="1967322" cy="569268"/>
          </a:xfrm>
          <a:prstGeom prst="rect">
            <a:avLst/>
          </a:prstGeom>
        </p:spPr>
      </p:pic>
      <p:sp>
        <p:nvSpPr>
          <p:cNvPr id="149" name="直接连接符 148"/>
          <p:cNvSpPr>
            <a:spLocks noGrp="1"/>
          </p:cNvSpPr>
          <p:nvPr/>
        </p:nvSpPr>
        <p:spPr>
          <a:xfrm>
            <a:off x="171450" y="209550"/>
            <a:ext cx="14287500" cy="0"/>
          </a:xfrm>
          <a:prstGeom prst="line">
            <a:avLst/>
          </a:prstGeom>
          <a:noFill/>
          <a:ln w="17145">
            <a:solidFill>
              <a:srgbClr val="07386E"/>
            </a:solidFill>
            <a:prstDash val="solid"/>
          </a:ln>
        </p:spPr>
      </p:sp>
      <p:sp>
        <p:nvSpPr>
          <p:cNvPr id="150" name="直接连接符 149"/>
          <p:cNvSpPr>
            <a:spLocks noGrp="1"/>
          </p:cNvSpPr>
          <p:nvPr/>
        </p:nvSpPr>
        <p:spPr>
          <a:xfrm>
            <a:off x="171450" y="8271123"/>
            <a:ext cx="14889956" cy="0"/>
          </a:xfrm>
          <a:prstGeom prst="line">
            <a:avLst/>
          </a:prstGeom>
          <a:noFill/>
          <a:ln w="15240">
            <a:solidFill>
              <a:srgbClr val="07386E"/>
            </a:solidFill>
            <a:prstDash val="solid"/>
          </a:ln>
        </p:spPr>
      </p:sp>
      <p:sp>
        <p:nvSpPr>
          <p:cNvPr id="151" name="editable-section-target-outer"/>
          <p:cNvSpPr>
            <a:spLocks noGrp="1"/>
          </p:cNvSpPr>
          <p:nvPr/>
        </p:nvSpPr>
        <p:spPr>
          <a:xfrm>
            <a:off x="446484" y="351606"/>
            <a:ext cx="337344" cy="284634"/>
          </a:xfrm>
          <a:prstGeom prst="ellipse">
            <a:avLst/>
          </a:prstGeom>
          <a:noFill/>
          <a:ln w="13335">
            <a:solidFill>
              <a:srgbClr val="07386E"/>
            </a:solidFill>
            <a:prstDash val="solid"/>
          </a:ln>
        </p:spPr>
      </p:sp>
      <p:sp>
        <p:nvSpPr>
          <p:cNvPr id="152" name="editable-section-target-inner"/>
          <p:cNvSpPr>
            <a:spLocks noGrp="1"/>
          </p:cNvSpPr>
          <p:nvPr/>
        </p:nvSpPr>
        <p:spPr>
          <a:xfrm>
            <a:off x="535781" y="426951"/>
            <a:ext cx="158750" cy="133945"/>
          </a:xfrm>
          <a:prstGeom prst="ellipse">
            <a:avLst/>
          </a:prstGeom>
          <a:noFill/>
          <a:ln w="11430">
            <a:solidFill>
              <a:srgbClr val="07386E"/>
            </a:solidFill>
            <a:prstDash val="solid"/>
          </a:ln>
        </p:spPr>
      </p:sp>
      <p:sp>
        <p:nvSpPr>
          <p:cNvPr id="153" name="直接连接符 152"/>
          <p:cNvSpPr>
            <a:spLocks noGrp="1"/>
          </p:cNvSpPr>
          <p:nvPr/>
        </p:nvSpPr>
        <p:spPr>
          <a:xfrm>
            <a:off x="198438" y="477180"/>
            <a:ext cx="654844" cy="0"/>
          </a:xfrm>
          <a:prstGeom prst="line">
            <a:avLst/>
          </a:prstGeom>
          <a:noFill/>
          <a:ln w="9525">
            <a:solidFill>
              <a:srgbClr val="07386E"/>
            </a:solidFill>
            <a:prstDash val="solid"/>
          </a:ln>
        </p:spPr>
      </p:sp>
      <p:sp>
        <p:nvSpPr>
          <p:cNvPr id="154" name="直接连接符 153"/>
          <p:cNvSpPr>
            <a:spLocks noGrp="1"/>
          </p:cNvSpPr>
          <p:nvPr/>
        </p:nvSpPr>
        <p:spPr>
          <a:xfrm>
            <a:off x="615156" y="251147"/>
            <a:ext cx="0" cy="452065"/>
          </a:xfrm>
          <a:prstGeom prst="line">
            <a:avLst/>
          </a:prstGeom>
          <a:noFill/>
          <a:ln w="9525">
            <a:solidFill>
              <a:srgbClr val="07386E"/>
            </a:solidFill>
            <a:prstDash val="solid"/>
          </a:ln>
        </p:spPr>
      </p:sp>
      <p:sp>
        <p:nvSpPr>
          <p:cNvPr id="155" name="editable-section-name"/>
          <p:cNvSpPr>
            <a:spLocks noGrp="1"/>
          </p:cNvSpPr>
          <p:nvPr/>
        </p:nvSpPr>
        <p:spPr>
          <a:xfrm>
            <a:off x="1051719" y="284634"/>
            <a:ext cx="1488281" cy="4353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核心课程</a:t>
            </a:r>
            <a:endParaRPr sz="21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editable-slide4-title"/>
          <p:cNvSpPr>
            <a:spLocks noGrp="1"/>
          </p:cNvSpPr>
          <p:nvPr/>
        </p:nvSpPr>
        <p:spPr>
          <a:xfrm>
            <a:off x="4067969" y="485552"/>
            <a:ext cx="7143750" cy="5860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39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四大知识板块与能力地图</a:t>
            </a:r>
            <a:endParaRPr sz="39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7" name="mechanics-row-frame"/>
          <p:cNvSpPr>
            <a:spLocks noGrp="1"/>
          </p:cNvSpPr>
          <p:nvPr/>
        </p:nvSpPr>
        <p:spPr>
          <a:xfrm>
            <a:off x="819150" y="1219200"/>
            <a:ext cx="13525500" cy="1257300"/>
          </a:xfrm>
          <a:custGeom>
            <a:avLst/>
            <a:gdLst/>
            <a:ahLst/>
            <a:cxnLst/>
            <a:pathLst>
              <a:path w="13525500" h="1257300">
                <a:moveTo>
                  <a:pt x="171450" y="0"/>
                </a:moveTo>
                <a:lnTo>
                  <a:pt x="13354050" y="0"/>
                </a:lnTo>
                <a:lnTo>
                  <a:pt x="13525500" y="171450"/>
                </a:lnTo>
                <a:lnTo>
                  <a:pt x="13525500" y="1085850"/>
                </a:lnTo>
                <a:lnTo>
                  <a:pt x="13354050" y="1257300"/>
                </a:lnTo>
                <a:lnTo>
                  <a:pt x="171450" y="1257300"/>
                </a:lnTo>
                <a:lnTo>
                  <a:pt x="0" y="1085850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sp>
        <p:nvSpPr>
          <p:cNvPr id="158" name="mechanics-left-blue-panel"/>
          <p:cNvSpPr>
            <a:spLocks noGrp="1"/>
          </p:cNvSpPr>
          <p:nvPr/>
        </p:nvSpPr>
        <p:spPr>
          <a:xfrm>
            <a:off x="819150" y="1219200"/>
            <a:ext cx="2381250" cy="1257300"/>
          </a:xfrm>
          <a:prstGeom prst="rect">
            <a:avLst/>
          </a:prstGeom>
          <a:solidFill>
            <a:srgbClr val="07386E"/>
          </a:solidFill>
          <a:ln w="19050">
            <a:solidFill>
              <a:srgbClr val="07386E"/>
            </a:solidFill>
            <a:prstDash val="solid"/>
          </a:ln>
        </p:spPr>
      </p:sp>
      <p:sp>
        <p:nvSpPr>
          <p:cNvPr id="159" name="mechanics-title"/>
          <p:cNvSpPr>
            <a:spLocks noGrp="1"/>
          </p:cNvSpPr>
          <p:nvPr/>
        </p:nvSpPr>
        <p:spPr>
          <a:xfrm>
            <a:off x="1238250" y="13144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力学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" name="mechanics-items"/>
          <p:cNvSpPr>
            <a:spLocks noGrp="1"/>
          </p:cNvSpPr>
          <p:nvPr/>
        </p:nvSpPr>
        <p:spPr>
          <a:xfrm>
            <a:off x="1238250" y="1676400"/>
            <a:ext cx="171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3000"/>
              </a:lnSpc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理论力学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3000"/>
              </a:lnSpc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流体力学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3000"/>
              </a:lnSpc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材料/结构力学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41" name="图片 4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859" y="1266825"/>
            <a:ext cx="7348257" cy="1162050"/>
          </a:xfrm>
          <a:prstGeom prst="rect">
            <a:avLst/>
          </a:prstGeom>
        </p:spPr>
      </p:pic>
      <p:sp>
        <p:nvSpPr>
          <p:cNvPr id="162" name="energy-row-frame"/>
          <p:cNvSpPr>
            <a:spLocks noGrp="1"/>
          </p:cNvSpPr>
          <p:nvPr/>
        </p:nvSpPr>
        <p:spPr>
          <a:xfrm>
            <a:off x="819150" y="2533650"/>
            <a:ext cx="13525500" cy="1257300"/>
          </a:xfrm>
          <a:custGeom>
            <a:avLst/>
            <a:gdLst/>
            <a:ahLst/>
            <a:cxnLst/>
            <a:pathLst>
              <a:path w="13525500" h="1257300">
                <a:moveTo>
                  <a:pt x="171450" y="0"/>
                </a:moveTo>
                <a:lnTo>
                  <a:pt x="13354050" y="0"/>
                </a:lnTo>
                <a:lnTo>
                  <a:pt x="13525500" y="171450"/>
                </a:lnTo>
                <a:lnTo>
                  <a:pt x="13525500" y="1085850"/>
                </a:lnTo>
                <a:lnTo>
                  <a:pt x="13354050" y="1257300"/>
                </a:lnTo>
                <a:lnTo>
                  <a:pt x="171450" y="1257300"/>
                </a:lnTo>
                <a:lnTo>
                  <a:pt x="0" y="1085850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sp>
        <p:nvSpPr>
          <p:cNvPr id="163" name="energy-left-blue-panel"/>
          <p:cNvSpPr>
            <a:spLocks noGrp="1"/>
          </p:cNvSpPr>
          <p:nvPr/>
        </p:nvSpPr>
        <p:spPr>
          <a:xfrm>
            <a:off x="819150" y="2533650"/>
            <a:ext cx="2381250" cy="1257300"/>
          </a:xfrm>
          <a:prstGeom prst="rect">
            <a:avLst/>
          </a:prstGeom>
          <a:solidFill>
            <a:srgbClr val="07386E"/>
          </a:solidFill>
          <a:ln w="19050">
            <a:solidFill>
              <a:srgbClr val="07386E"/>
            </a:solidFill>
            <a:prstDash val="solid"/>
          </a:ln>
        </p:spPr>
      </p:sp>
      <p:sp>
        <p:nvSpPr>
          <p:cNvPr id="164" name="energy-title"/>
          <p:cNvSpPr>
            <a:spLocks noGrp="1"/>
          </p:cNvSpPr>
          <p:nvPr/>
        </p:nvSpPr>
        <p:spPr>
          <a:xfrm>
            <a:off x="1238250" y="26289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能源动力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5" name="energy-items"/>
          <p:cNvSpPr>
            <a:spLocks noGrp="1"/>
          </p:cNvSpPr>
          <p:nvPr/>
        </p:nvSpPr>
        <p:spPr>
          <a:xfrm>
            <a:off x="1238250" y="2990850"/>
            <a:ext cx="171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3000"/>
              </a:lnSpc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热力学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3000"/>
              </a:lnSpc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传热学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3000"/>
              </a:lnSpc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推进与发动机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46" name="图片 4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770" y="2581275"/>
            <a:ext cx="7382435" cy="1162050"/>
          </a:xfrm>
          <a:prstGeom prst="rect">
            <a:avLst/>
          </a:prstGeom>
        </p:spPr>
      </p:pic>
      <p:sp>
        <p:nvSpPr>
          <p:cNvPr id="167" name="control-row-frame"/>
          <p:cNvSpPr>
            <a:spLocks noGrp="1"/>
          </p:cNvSpPr>
          <p:nvPr/>
        </p:nvSpPr>
        <p:spPr>
          <a:xfrm>
            <a:off x="819150" y="3848100"/>
            <a:ext cx="13525500" cy="1257300"/>
          </a:xfrm>
          <a:custGeom>
            <a:avLst/>
            <a:gdLst/>
            <a:ahLst/>
            <a:cxnLst/>
            <a:pathLst>
              <a:path w="13525500" h="1257300">
                <a:moveTo>
                  <a:pt x="171450" y="0"/>
                </a:moveTo>
                <a:lnTo>
                  <a:pt x="13354050" y="0"/>
                </a:lnTo>
                <a:lnTo>
                  <a:pt x="13525500" y="171450"/>
                </a:lnTo>
                <a:lnTo>
                  <a:pt x="13525500" y="1085850"/>
                </a:lnTo>
                <a:lnTo>
                  <a:pt x="13354050" y="1257300"/>
                </a:lnTo>
                <a:lnTo>
                  <a:pt x="171450" y="1257300"/>
                </a:lnTo>
                <a:lnTo>
                  <a:pt x="0" y="1085850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sp>
        <p:nvSpPr>
          <p:cNvPr id="168" name="control-left-blue-panel"/>
          <p:cNvSpPr>
            <a:spLocks noGrp="1"/>
          </p:cNvSpPr>
          <p:nvPr/>
        </p:nvSpPr>
        <p:spPr>
          <a:xfrm>
            <a:off x="819150" y="3848100"/>
            <a:ext cx="2381250" cy="1257300"/>
          </a:xfrm>
          <a:prstGeom prst="rect">
            <a:avLst/>
          </a:prstGeom>
          <a:solidFill>
            <a:srgbClr val="07386E"/>
          </a:solidFill>
          <a:ln w="19050">
            <a:solidFill>
              <a:srgbClr val="07386E"/>
            </a:solidFill>
            <a:prstDash val="solid"/>
          </a:ln>
        </p:spPr>
      </p:sp>
      <p:sp>
        <p:nvSpPr>
          <p:cNvPr id="169" name="control-title"/>
          <p:cNvSpPr>
            <a:spLocks noGrp="1"/>
          </p:cNvSpPr>
          <p:nvPr/>
        </p:nvSpPr>
        <p:spPr>
          <a:xfrm>
            <a:off x="1238250" y="39433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飞行控制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0" name="control-items"/>
          <p:cNvSpPr>
            <a:spLocks noGrp="1"/>
          </p:cNvSpPr>
          <p:nvPr/>
        </p:nvSpPr>
        <p:spPr>
          <a:xfrm>
            <a:off x="1238250" y="4305300"/>
            <a:ext cx="171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3000"/>
              </a:lnSpc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自动控制原理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3000"/>
              </a:lnSpc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飞行力学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3000"/>
              </a:lnSpc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导航制导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51" name="图片 4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353" y="3895725"/>
            <a:ext cx="8655269" cy="1162050"/>
          </a:xfrm>
          <a:prstGeom prst="rect">
            <a:avLst/>
          </a:prstGeom>
        </p:spPr>
      </p:pic>
      <p:sp>
        <p:nvSpPr>
          <p:cNvPr id="172" name="human-row-frame"/>
          <p:cNvSpPr>
            <a:spLocks noGrp="1"/>
          </p:cNvSpPr>
          <p:nvPr/>
        </p:nvSpPr>
        <p:spPr>
          <a:xfrm>
            <a:off x="819150" y="5162550"/>
            <a:ext cx="13525500" cy="1257300"/>
          </a:xfrm>
          <a:custGeom>
            <a:avLst/>
            <a:gdLst/>
            <a:ahLst/>
            <a:cxnLst/>
            <a:pathLst>
              <a:path w="13525500" h="1257300">
                <a:moveTo>
                  <a:pt x="171450" y="0"/>
                </a:moveTo>
                <a:lnTo>
                  <a:pt x="13354050" y="0"/>
                </a:lnTo>
                <a:lnTo>
                  <a:pt x="13525500" y="171450"/>
                </a:lnTo>
                <a:lnTo>
                  <a:pt x="13525500" y="1085850"/>
                </a:lnTo>
                <a:lnTo>
                  <a:pt x="13354050" y="1257300"/>
                </a:lnTo>
                <a:lnTo>
                  <a:pt x="171450" y="1257300"/>
                </a:lnTo>
                <a:lnTo>
                  <a:pt x="0" y="1085850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sp>
        <p:nvSpPr>
          <p:cNvPr id="173" name="human-left-blue-panel"/>
          <p:cNvSpPr>
            <a:spLocks noGrp="1"/>
          </p:cNvSpPr>
          <p:nvPr/>
        </p:nvSpPr>
        <p:spPr>
          <a:xfrm>
            <a:off x="819150" y="5162550"/>
            <a:ext cx="2381250" cy="1257300"/>
          </a:xfrm>
          <a:prstGeom prst="rect">
            <a:avLst/>
          </a:prstGeom>
          <a:solidFill>
            <a:srgbClr val="07386E"/>
          </a:solidFill>
          <a:ln w="19050">
            <a:solidFill>
              <a:srgbClr val="07386E"/>
            </a:solidFill>
            <a:prstDash val="solid"/>
          </a:ln>
        </p:spPr>
      </p:sp>
      <p:sp>
        <p:nvSpPr>
          <p:cNvPr id="174" name="human-title"/>
          <p:cNvSpPr>
            <a:spLocks noGrp="1"/>
          </p:cNvSpPr>
          <p:nvPr/>
        </p:nvSpPr>
        <p:spPr>
          <a:xfrm>
            <a:off x="1238250" y="52578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人机环境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" name="human-items"/>
          <p:cNvSpPr>
            <a:spLocks noGrp="1"/>
          </p:cNvSpPr>
          <p:nvPr/>
        </p:nvSpPr>
        <p:spPr>
          <a:xfrm>
            <a:off x="1238250" y="5619750"/>
            <a:ext cx="171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3000"/>
              </a:lnSpc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人因工程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3000"/>
              </a:lnSpc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环境控制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3000"/>
              </a:lnSpc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生命保障系统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56" name="图片 4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9795" y="5210175"/>
            <a:ext cx="8964386" cy="1162050"/>
          </a:xfrm>
          <a:prstGeom prst="rect">
            <a:avLst/>
          </a:prstGeom>
        </p:spPr>
      </p:pic>
      <p:sp>
        <p:nvSpPr>
          <p:cNvPr id="177" name="editable-tools-header-band"/>
          <p:cNvSpPr>
            <a:spLocks noGrp="1"/>
          </p:cNvSpPr>
          <p:nvPr/>
        </p:nvSpPr>
        <p:spPr>
          <a:xfrm>
            <a:off x="819150" y="6534150"/>
            <a:ext cx="13525500" cy="342900"/>
          </a:xfrm>
          <a:prstGeom prst="rect">
            <a:avLst/>
          </a:prstGeom>
          <a:solidFill>
            <a:srgbClr val="07386E"/>
          </a:solidFill>
          <a:ln w="0">
            <a:solidFill>
              <a:srgbClr val="07386E"/>
            </a:solidFill>
            <a:prstDash val="solid"/>
          </a:ln>
        </p:spPr>
      </p:sp>
      <p:sp>
        <p:nvSpPr>
          <p:cNvPr id="178" name="editable-tools-title"/>
          <p:cNvSpPr>
            <a:spLocks noGrp="1"/>
          </p:cNvSpPr>
          <p:nvPr/>
        </p:nvSpPr>
        <p:spPr>
          <a:xfrm>
            <a:off x="5095875" y="65532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工具能力（工程方法与数字化能力）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9" name="editable-tool-CAD-frame"/>
          <p:cNvSpPr>
            <a:spLocks noGrp="1"/>
          </p:cNvSpPr>
          <p:nvPr/>
        </p:nvSpPr>
        <p:spPr>
          <a:xfrm>
            <a:off x="971550" y="6934200"/>
            <a:ext cx="2714625" cy="914400"/>
          </a:xfrm>
          <a:custGeom>
            <a:avLst/>
            <a:gdLst/>
            <a:ahLst/>
            <a:cxnLst/>
            <a:pathLst>
              <a:path w="2714625" h="914400">
                <a:moveTo>
                  <a:pt x="171450" y="0"/>
                </a:moveTo>
                <a:lnTo>
                  <a:pt x="2543175" y="0"/>
                </a:lnTo>
                <a:lnTo>
                  <a:pt x="2714625" y="171450"/>
                </a:lnTo>
                <a:lnTo>
                  <a:pt x="2714625" y="742950"/>
                </a:lnTo>
                <a:lnTo>
                  <a:pt x="2543175" y="914400"/>
                </a:lnTo>
                <a:lnTo>
                  <a:pt x="171450" y="914400"/>
                </a:lnTo>
                <a:lnTo>
                  <a:pt x="0" y="742950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sp>
        <p:nvSpPr>
          <p:cNvPr id="180" name="editable-tool-CAD-label"/>
          <p:cNvSpPr>
            <a:spLocks noGrp="1"/>
          </p:cNvSpPr>
          <p:nvPr/>
        </p:nvSpPr>
        <p:spPr>
          <a:xfrm>
            <a:off x="1847850" y="695325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CAD</a:t>
            </a:r>
            <a:endParaRPr sz="165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61" name="图片 4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7225798"/>
            <a:ext cx="2371725" cy="540753"/>
          </a:xfrm>
          <a:prstGeom prst="rect">
            <a:avLst/>
          </a:prstGeom>
        </p:spPr>
      </p:pic>
      <p:sp>
        <p:nvSpPr>
          <p:cNvPr id="182" name="editable-tool-CFD/FEA-frame"/>
          <p:cNvSpPr>
            <a:spLocks noGrp="1"/>
          </p:cNvSpPr>
          <p:nvPr/>
        </p:nvSpPr>
        <p:spPr>
          <a:xfrm>
            <a:off x="4095750" y="6934200"/>
            <a:ext cx="3048000" cy="914400"/>
          </a:xfrm>
          <a:custGeom>
            <a:avLst/>
            <a:gdLst/>
            <a:ahLst/>
            <a:cxnLst/>
            <a:pathLst>
              <a:path w="3048000" h="914400">
                <a:moveTo>
                  <a:pt x="171450" y="0"/>
                </a:moveTo>
                <a:lnTo>
                  <a:pt x="2876550" y="0"/>
                </a:lnTo>
                <a:lnTo>
                  <a:pt x="3048000" y="171450"/>
                </a:lnTo>
                <a:lnTo>
                  <a:pt x="3048000" y="742950"/>
                </a:lnTo>
                <a:lnTo>
                  <a:pt x="2876550" y="914400"/>
                </a:lnTo>
                <a:lnTo>
                  <a:pt x="171450" y="914400"/>
                </a:lnTo>
                <a:lnTo>
                  <a:pt x="0" y="742950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sp>
        <p:nvSpPr>
          <p:cNvPr id="183" name="editable-tool-CFD/FEA-label"/>
          <p:cNvSpPr>
            <a:spLocks noGrp="1"/>
          </p:cNvSpPr>
          <p:nvPr/>
        </p:nvSpPr>
        <p:spPr>
          <a:xfrm>
            <a:off x="4972050" y="695325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CFD/FEA</a:t>
            </a:r>
            <a:endParaRPr sz="165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64" name="图片 46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200" y="7255252"/>
            <a:ext cx="2705100" cy="481846"/>
          </a:xfrm>
          <a:prstGeom prst="rect">
            <a:avLst/>
          </a:prstGeom>
        </p:spPr>
      </p:pic>
      <p:sp>
        <p:nvSpPr>
          <p:cNvPr id="185" name="editable-tool-编程-frame"/>
          <p:cNvSpPr>
            <a:spLocks noGrp="1"/>
          </p:cNvSpPr>
          <p:nvPr/>
        </p:nvSpPr>
        <p:spPr>
          <a:xfrm>
            <a:off x="7620000" y="6934200"/>
            <a:ext cx="2667000" cy="914400"/>
          </a:xfrm>
          <a:custGeom>
            <a:avLst/>
            <a:gdLst/>
            <a:ahLst/>
            <a:cxnLst/>
            <a:pathLst>
              <a:path w="2667000" h="914400">
                <a:moveTo>
                  <a:pt x="171450" y="0"/>
                </a:moveTo>
                <a:lnTo>
                  <a:pt x="2495550" y="0"/>
                </a:lnTo>
                <a:lnTo>
                  <a:pt x="2667000" y="171450"/>
                </a:lnTo>
                <a:lnTo>
                  <a:pt x="2667000" y="742950"/>
                </a:lnTo>
                <a:lnTo>
                  <a:pt x="2495550" y="914400"/>
                </a:lnTo>
                <a:lnTo>
                  <a:pt x="171450" y="914400"/>
                </a:lnTo>
                <a:lnTo>
                  <a:pt x="0" y="742950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sp>
        <p:nvSpPr>
          <p:cNvPr id="186" name="editable-tool-编程-label"/>
          <p:cNvSpPr>
            <a:spLocks noGrp="1"/>
          </p:cNvSpPr>
          <p:nvPr/>
        </p:nvSpPr>
        <p:spPr>
          <a:xfrm>
            <a:off x="8496300" y="695325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</a:t>
            </a:r>
            <a:endParaRPr sz="165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67" name="图片 4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1450" y="7231228"/>
            <a:ext cx="2324100" cy="529895"/>
          </a:xfrm>
          <a:prstGeom prst="rect">
            <a:avLst/>
          </a:prstGeom>
        </p:spPr>
      </p:pic>
      <p:sp>
        <p:nvSpPr>
          <p:cNvPr id="188" name="editable-tool-实验-frame"/>
          <p:cNvSpPr>
            <a:spLocks noGrp="1"/>
          </p:cNvSpPr>
          <p:nvPr/>
        </p:nvSpPr>
        <p:spPr>
          <a:xfrm>
            <a:off x="10668000" y="6934200"/>
            <a:ext cx="3048000" cy="914400"/>
          </a:xfrm>
          <a:custGeom>
            <a:avLst/>
            <a:gdLst/>
            <a:ahLst/>
            <a:cxnLst/>
            <a:pathLst>
              <a:path w="3048000" h="914400">
                <a:moveTo>
                  <a:pt x="171450" y="0"/>
                </a:moveTo>
                <a:lnTo>
                  <a:pt x="2876550" y="0"/>
                </a:lnTo>
                <a:lnTo>
                  <a:pt x="3048000" y="171450"/>
                </a:lnTo>
                <a:lnTo>
                  <a:pt x="3048000" y="742950"/>
                </a:lnTo>
                <a:lnTo>
                  <a:pt x="2876550" y="914400"/>
                </a:lnTo>
                <a:lnTo>
                  <a:pt x="171450" y="914400"/>
                </a:lnTo>
                <a:lnTo>
                  <a:pt x="0" y="742950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sp>
        <p:nvSpPr>
          <p:cNvPr id="189" name="editable-tool-实验-label"/>
          <p:cNvSpPr>
            <a:spLocks noGrp="1"/>
          </p:cNvSpPr>
          <p:nvPr/>
        </p:nvSpPr>
        <p:spPr>
          <a:xfrm>
            <a:off x="11544300" y="695325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endParaRPr sz="165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70" name="图片 46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9450" y="7247480"/>
            <a:ext cx="2705100" cy="497389"/>
          </a:xfrm>
          <a:prstGeom prst="rect">
            <a:avLst/>
          </a:prstGeom>
        </p:spPr>
      </p:pic>
      <p:sp>
        <p:nvSpPr>
          <p:cNvPr id="191" name="bottom-navy-band"/>
          <p:cNvSpPr>
            <a:spLocks noGrp="1"/>
          </p:cNvSpPr>
          <p:nvPr/>
        </p:nvSpPr>
        <p:spPr>
          <a:xfrm>
            <a:off x="178594" y="8170664"/>
            <a:ext cx="14882813" cy="368350"/>
          </a:xfrm>
          <a:prstGeom prst="rect">
            <a:avLst/>
          </a:prstGeom>
          <a:solidFill>
            <a:srgbClr val="07386E"/>
          </a:solidFill>
          <a:ln w="0">
            <a:solidFill>
              <a:srgbClr val="07386E"/>
            </a:solidFill>
            <a:prstDash val="solid"/>
          </a:ln>
        </p:spPr>
      </p:sp>
      <p:sp>
        <p:nvSpPr>
          <p:cNvPr id="192" name="直接连接符 191"/>
          <p:cNvSpPr>
            <a:spLocks noGrp="1"/>
          </p:cNvSpPr>
          <p:nvPr/>
        </p:nvSpPr>
        <p:spPr>
          <a:xfrm>
            <a:off x="1905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3" name="直接连接符 192"/>
          <p:cNvSpPr>
            <a:spLocks noGrp="1"/>
          </p:cNvSpPr>
          <p:nvPr/>
        </p:nvSpPr>
        <p:spPr>
          <a:xfrm>
            <a:off x="4191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4" name="直接连接符 193"/>
          <p:cNvSpPr>
            <a:spLocks noGrp="1"/>
          </p:cNvSpPr>
          <p:nvPr/>
        </p:nvSpPr>
        <p:spPr>
          <a:xfrm>
            <a:off x="6477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5" name="直接连接符 194"/>
          <p:cNvSpPr>
            <a:spLocks noGrp="1"/>
          </p:cNvSpPr>
          <p:nvPr/>
        </p:nvSpPr>
        <p:spPr>
          <a:xfrm>
            <a:off x="8763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6" name="直接连接符 195"/>
          <p:cNvSpPr>
            <a:spLocks noGrp="1"/>
          </p:cNvSpPr>
          <p:nvPr/>
        </p:nvSpPr>
        <p:spPr>
          <a:xfrm>
            <a:off x="11049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7" name="直接连接符 196"/>
          <p:cNvSpPr>
            <a:spLocks noGrp="1"/>
          </p:cNvSpPr>
          <p:nvPr/>
        </p:nvSpPr>
        <p:spPr>
          <a:xfrm>
            <a:off x="13335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8" name="直接连接符 197"/>
          <p:cNvSpPr>
            <a:spLocks noGrp="1"/>
          </p:cNvSpPr>
          <p:nvPr/>
        </p:nvSpPr>
        <p:spPr>
          <a:xfrm>
            <a:off x="15621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9" name="直接连接符 198"/>
          <p:cNvSpPr>
            <a:spLocks noGrp="1"/>
          </p:cNvSpPr>
          <p:nvPr/>
        </p:nvSpPr>
        <p:spPr>
          <a:xfrm>
            <a:off x="17907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0" name="直接连接符 199"/>
          <p:cNvSpPr>
            <a:spLocks noGrp="1"/>
          </p:cNvSpPr>
          <p:nvPr/>
        </p:nvSpPr>
        <p:spPr>
          <a:xfrm>
            <a:off x="20193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1" name="直接连接符 200"/>
          <p:cNvSpPr>
            <a:spLocks noGrp="1"/>
          </p:cNvSpPr>
          <p:nvPr/>
        </p:nvSpPr>
        <p:spPr>
          <a:xfrm>
            <a:off x="22479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2" name="直接连接符 201"/>
          <p:cNvSpPr>
            <a:spLocks noGrp="1"/>
          </p:cNvSpPr>
          <p:nvPr/>
        </p:nvSpPr>
        <p:spPr>
          <a:xfrm>
            <a:off x="24765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3" name="直接连接符 202"/>
          <p:cNvSpPr>
            <a:spLocks noGrp="1"/>
          </p:cNvSpPr>
          <p:nvPr/>
        </p:nvSpPr>
        <p:spPr>
          <a:xfrm>
            <a:off x="27051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4" name="直接连接符 203"/>
          <p:cNvSpPr>
            <a:spLocks noGrp="1"/>
          </p:cNvSpPr>
          <p:nvPr/>
        </p:nvSpPr>
        <p:spPr>
          <a:xfrm>
            <a:off x="29337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5" name="直接连接符 204"/>
          <p:cNvSpPr>
            <a:spLocks noGrp="1"/>
          </p:cNvSpPr>
          <p:nvPr/>
        </p:nvSpPr>
        <p:spPr>
          <a:xfrm>
            <a:off x="31623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6" name="直接连接符 205"/>
          <p:cNvSpPr>
            <a:spLocks noGrp="1"/>
          </p:cNvSpPr>
          <p:nvPr/>
        </p:nvSpPr>
        <p:spPr>
          <a:xfrm>
            <a:off x="33909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7" name="直接连接符 206"/>
          <p:cNvSpPr>
            <a:spLocks noGrp="1"/>
          </p:cNvSpPr>
          <p:nvPr/>
        </p:nvSpPr>
        <p:spPr>
          <a:xfrm>
            <a:off x="36195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8" name="直接连接符 207"/>
          <p:cNvSpPr>
            <a:spLocks noGrp="1"/>
          </p:cNvSpPr>
          <p:nvPr/>
        </p:nvSpPr>
        <p:spPr>
          <a:xfrm>
            <a:off x="38481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9" name="直接连接符 208"/>
          <p:cNvSpPr>
            <a:spLocks noGrp="1"/>
          </p:cNvSpPr>
          <p:nvPr/>
        </p:nvSpPr>
        <p:spPr>
          <a:xfrm>
            <a:off x="40767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0" name="直接连接符 209"/>
          <p:cNvSpPr>
            <a:spLocks noGrp="1"/>
          </p:cNvSpPr>
          <p:nvPr/>
        </p:nvSpPr>
        <p:spPr>
          <a:xfrm>
            <a:off x="43053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1" name="直接连接符 210"/>
          <p:cNvSpPr>
            <a:spLocks noGrp="1"/>
          </p:cNvSpPr>
          <p:nvPr/>
        </p:nvSpPr>
        <p:spPr>
          <a:xfrm>
            <a:off x="45339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2" name="直接连接符 211"/>
          <p:cNvSpPr>
            <a:spLocks noGrp="1"/>
          </p:cNvSpPr>
          <p:nvPr/>
        </p:nvSpPr>
        <p:spPr>
          <a:xfrm>
            <a:off x="47625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3" name="直接连接符 212"/>
          <p:cNvSpPr>
            <a:spLocks noGrp="1"/>
          </p:cNvSpPr>
          <p:nvPr/>
        </p:nvSpPr>
        <p:spPr>
          <a:xfrm>
            <a:off x="49911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4" name="直接连接符 213"/>
          <p:cNvSpPr>
            <a:spLocks noGrp="1"/>
          </p:cNvSpPr>
          <p:nvPr/>
        </p:nvSpPr>
        <p:spPr>
          <a:xfrm>
            <a:off x="52197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5" name="直接连接符 214"/>
          <p:cNvSpPr>
            <a:spLocks noGrp="1"/>
          </p:cNvSpPr>
          <p:nvPr/>
        </p:nvSpPr>
        <p:spPr>
          <a:xfrm>
            <a:off x="54483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6" name="直接连接符 215"/>
          <p:cNvSpPr>
            <a:spLocks noGrp="1"/>
          </p:cNvSpPr>
          <p:nvPr/>
        </p:nvSpPr>
        <p:spPr>
          <a:xfrm>
            <a:off x="56769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7" name="直接连接符 216"/>
          <p:cNvSpPr>
            <a:spLocks noGrp="1"/>
          </p:cNvSpPr>
          <p:nvPr/>
        </p:nvSpPr>
        <p:spPr>
          <a:xfrm>
            <a:off x="59055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8" name="直接连接符 217"/>
          <p:cNvSpPr>
            <a:spLocks noGrp="1"/>
          </p:cNvSpPr>
          <p:nvPr/>
        </p:nvSpPr>
        <p:spPr>
          <a:xfrm>
            <a:off x="61341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9" name="直接连接符 218"/>
          <p:cNvSpPr>
            <a:spLocks noGrp="1"/>
          </p:cNvSpPr>
          <p:nvPr/>
        </p:nvSpPr>
        <p:spPr>
          <a:xfrm>
            <a:off x="63627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0" name="直接连接符 219"/>
          <p:cNvSpPr>
            <a:spLocks noGrp="1"/>
          </p:cNvSpPr>
          <p:nvPr/>
        </p:nvSpPr>
        <p:spPr>
          <a:xfrm>
            <a:off x="65913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1" name="直接连接符 220"/>
          <p:cNvSpPr>
            <a:spLocks noGrp="1"/>
          </p:cNvSpPr>
          <p:nvPr/>
        </p:nvSpPr>
        <p:spPr>
          <a:xfrm>
            <a:off x="68199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2" name="直接连接符 221"/>
          <p:cNvSpPr>
            <a:spLocks noGrp="1"/>
          </p:cNvSpPr>
          <p:nvPr/>
        </p:nvSpPr>
        <p:spPr>
          <a:xfrm>
            <a:off x="70485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3" name="直接连接符 222"/>
          <p:cNvSpPr>
            <a:spLocks noGrp="1"/>
          </p:cNvSpPr>
          <p:nvPr/>
        </p:nvSpPr>
        <p:spPr>
          <a:xfrm>
            <a:off x="72771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4" name="直接连接符 223"/>
          <p:cNvSpPr>
            <a:spLocks noGrp="1"/>
          </p:cNvSpPr>
          <p:nvPr/>
        </p:nvSpPr>
        <p:spPr>
          <a:xfrm>
            <a:off x="75057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5" name="直接连接符 224"/>
          <p:cNvSpPr>
            <a:spLocks noGrp="1"/>
          </p:cNvSpPr>
          <p:nvPr/>
        </p:nvSpPr>
        <p:spPr>
          <a:xfrm>
            <a:off x="77343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6" name="直接连接符 225"/>
          <p:cNvSpPr>
            <a:spLocks noGrp="1"/>
          </p:cNvSpPr>
          <p:nvPr/>
        </p:nvSpPr>
        <p:spPr>
          <a:xfrm>
            <a:off x="79629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7" name="直接连接符 226"/>
          <p:cNvSpPr>
            <a:spLocks noGrp="1"/>
          </p:cNvSpPr>
          <p:nvPr/>
        </p:nvSpPr>
        <p:spPr>
          <a:xfrm>
            <a:off x="81915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8" name="直接连接符 227"/>
          <p:cNvSpPr>
            <a:spLocks noGrp="1"/>
          </p:cNvSpPr>
          <p:nvPr/>
        </p:nvSpPr>
        <p:spPr>
          <a:xfrm>
            <a:off x="84201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9" name="直接连接符 228"/>
          <p:cNvSpPr>
            <a:spLocks noGrp="1"/>
          </p:cNvSpPr>
          <p:nvPr/>
        </p:nvSpPr>
        <p:spPr>
          <a:xfrm>
            <a:off x="86487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0" name="直接连接符 229"/>
          <p:cNvSpPr>
            <a:spLocks noGrp="1"/>
          </p:cNvSpPr>
          <p:nvPr/>
        </p:nvSpPr>
        <p:spPr>
          <a:xfrm>
            <a:off x="88773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1" name="直接连接符 230"/>
          <p:cNvSpPr>
            <a:spLocks noGrp="1"/>
          </p:cNvSpPr>
          <p:nvPr/>
        </p:nvSpPr>
        <p:spPr>
          <a:xfrm>
            <a:off x="91059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2" name="直接连接符 231"/>
          <p:cNvSpPr>
            <a:spLocks noGrp="1"/>
          </p:cNvSpPr>
          <p:nvPr/>
        </p:nvSpPr>
        <p:spPr>
          <a:xfrm>
            <a:off x="93345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3" name="直接连接符 232"/>
          <p:cNvSpPr>
            <a:spLocks noGrp="1"/>
          </p:cNvSpPr>
          <p:nvPr/>
        </p:nvSpPr>
        <p:spPr>
          <a:xfrm>
            <a:off x="95631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4" name="直接连接符 233"/>
          <p:cNvSpPr>
            <a:spLocks noGrp="1"/>
          </p:cNvSpPr>
          <p:nvPr/>
        </p:nvSpPr>
        <p:spPr>
          <a:xfrm>
            <a:off x="97917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5" name="直接连接符 234"/>
          <p:cNvSpPr>
            <a:spLocks noGrp="1"/>
          </p:cNvSpPr>
          <p:nvPr/>
        </p:nvSpPr>
        <p:spPr>
          <a:xfrm>
            <a:off x="100203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6" name="直接连接符 235"/>
          <p:cNvSpPr>
            <a:spLocks noGrp="1"/>
          </p:cNvSpPr>
          <p:nvPr/>
        </p:nvSpPr>
        <p:spPr>
          <a:xfrm>
            <a:off x="102489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7" name="直接连接符 236"/>
          <p:cNvSpPr>
            <a:spLocks noGrp="1"/>
          </p:cNvSpPr>
          <p:nvPr/>
        </p:nvSpPr>
        <p:spPr>
          <a:xfrm>
            <a:off x="104775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8" name="直接连接符 237"/>
          <p:cNvSpPr>
            <a:spLocks noGrp="1"/>
          </p:cNvSpPr>
          <p:nvPr/>
        </p:nvSpPr>
        <p:spPr>
          <a:xfrm>
            <a:off x="107061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9" name="直接连接符 238"/>
          <p:cNvSpPr>
            <a:spLocks noGrp="1"/>
          </p:cNvSpPr>
          <p:nvPr/>
        </p:nvSpPr>
        <p:spPr>
          <a:xfrm>
            <a:off x="109347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0" name="直接连接符 239"/>
          <p:cNvSpPr>
            <a:spLocks noGrp="1"/>
          </p:cNvSpPr>
          <p:nvPr/>
        </p:nvSpPr>
        <p:spPr>
          <a:xfrm>
            <a:off x="111633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1" name="直接连接符 240"/>
          <p:cNvSpPr>
            <a:spLocks noGrp="1"/>
          </p:cNvSpPr>
          <p:nvPr/>
        </p:nvSpPr>
        <p:spPr>
          <a:xfrm>
            <a:off x="113919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2" name="直接连接符 241"/>
          <p:cNvSpPr>
            <a:spLocks noGrp="1"/>
          </p:cNvSpPr>
          <p:nvPr/>
        </p:nvSpPr>
        <p:spPr>
          <a:xfrm>
            <a:off x="116205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3" name="直接连接符 242"/>
          <p:cNvSpPr>
            <a:spLocks noGrp="1"/>
          </p:cNvSpPr>
          <p:nvPr/>
        </p:nvSpPr>
        <p:spPr>
          <a:xfrm>
            <a:off x="118491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4" name="直接连接符 243"/>
          <p:cNvSpPr>
            <a:spLocks noGrp="1"/>
          </p:cNvSpPr>
          <p:nvPr/>
        </p:nvSpPr>
        <p:spPr>
          <a:xfrm>
            <a:off x="120777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5" name="直接连接符 244"/>
          <p:cNvSpPr>
            <a:spLocks noGrp="1"/>
          </p:cNvSpPr>
          <p:nvPr/>
        </p:nvSpPr>
        <p:spPr>
          <a:xfrm>
            <a:off x="123063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6" name="直接连接符 245"/>
          <p:cNvSpPr>
            <a:spLocks noGrp="1"/>
          </p:cNvSpPr>
          <p:nvPr/>
        </p:nvSpPr>
        <p:spPr>
          <a:xfrm>
            <a:off x="125349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7" name="直接连接符 246"/>
          <p:cNvSpPr>
            <a:spLocks noGrp="1"/>
          </p:cNvSpPr>
          <p:nvPr/>
        </p:nvSpPr>
        <p:spPr>
          <a:xfrm>
            <a:off x="127635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8" name="直接连接符 247"/>
          <p:cNvSpPr>
            <a:spLocks noGrp="1"/>
          </p:cNvSpPr>
          <p:nvPr/>
        </p:nvSpPr>
        <p:spPr>
          <a:xfrm>
            <a:off x="129921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9" name="直接连接符 248"/>
          <p:cNvSpPr>
            <a:spLocks noGrp="1"/>
          </p:cNvSpPr>
          <p:nvPr/>
        </p:nvSpPr>
        <p:spPr>
          <a:xfrm>
            <a:off x="132207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0" name="直接连接符 249"/>
          <p:cNvSpPr>
            <a:spLocks noGrp="1"/>
          </p:cNvSpPr>
          <p:nvPr/>
        </p:nvSpPr>
        <p:spPr>
          <a:xfrm>
            <a:off x="134493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1" name="直接连接符 250"/>
          <p:cNvSpPr>
            <a:spLocks noGrp="1"/>
          </p:cNvSpPr>
          <p:nvPr/>
        </p:nvSpPr>
        <p:spPr>
          <a:xfrm>
            <a:off x="136779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2" name="直接连接符 251"/>
          <p:cNvSpPr>
            <a:spLocks noGrp="1"/>
          </p:cNvSpPr>
          <p:nvPr/>
        </p:nvSpPr>
        <p:spPr>
          <a:xfrm>
            <a:off x="139065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3" name="直接连接符 252"/>
          <p:cNvSpPr>
            <a:spLocks noGrp="1"/>
          </p:cNvSpPr>
          <p:nvPr/>
        </p:nvSpPr>
        <p:spPr>
          <a:xfrm>
            <a:off x="141351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4" name="直接连接符 253"/>
          <p:cNvSpPr>
            <a:spLocks noGrp="1"/>
          </p:cNvSpPr>
          <p:nvPr/>
        </p:nvSpPr>
        <p:spPr>
          <a:xfrm>
            <a:off x="143637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5" name="直接连接符 254"/>
          <p:cNvSpPr>
            <a:spLocks noGrp="1"/>
          </p:cNvSpPr>
          <p:nvPr/>
        </p:nvSpPr>
        <p:spPr>
          <a:xfrm>
            <a:off x="145923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6" name="直接连接符 255"/>
          <p:cNvSpPr>
            <a:spLocks noGrp="1"/>
          </p:cNvSpPr>
          <p:nvPr/>
        </p:nvSpPr>
        <p:spPr>
          <a:xfrm>
            <a:off x="148209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7" name="直接连接符 256"/>
          <p:cNvSpPr>
            <a:spLocks noGrp="1"/>
          </p:cNvSpPr>
          <p:nvPr/>
        </p:nvSpPr>
        <p:spPr>
          <a:xfrm>
            <a:off x="15049500" y="8170664"/>
            <a:ext cx="0" cy="36835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8" name="editable-footer"/>
          <p:cNvSpPr>
            <a:spLocks noGrp="1"/>
          </p:cNvSpPr>
          <p:nvPr/>
        </p:nvSpPr>
        <p:spPr>
          <a:xfrm>
            <a:off x="515938" y="8220894"/>
            <a:ext cx="3472656" cy="217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航空航天  |  探索 · 工程 · 未来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9" name="直接连接符 258"/>
          <p:cNvSpPr>
            <a:spLocks noGrp="1"/>
          </p:cNvSpPr>
          <p:nvPr/>
        </p:nvSpPr>
        <p:spPr>
          <a:xfrm>
            <a:off x="99219" y="167432"/>
            <a:ext cx="198438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60" name="直接连接符 259"/>
          <p:cNvSpPr>
            <a:spLocks noGrp="1"/>
          </p:cNvSpPr>
          <p:nvPr/>
        </p:nvSpPr>
        <p:spPr>
          <a:xfrm>
            <a:off x="198438" y="83716"/>
            <a:ext cx="0" cy="167432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61" name="直接连接符 260"/>
          <p:cNvSpPr>
            <a:spLocks noGrp="1"/>
          </p:cNvSpPr>
          <p:nvPr/>
        </p:nvSpPr>
        <p:spPr>
          <a:xfrm>
            <a:off x="14684375" y="150688"/>
            <a:ext cx="198437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62" name="直接连接符 261"/>
          <p:cNvSpPr>
            <a:spLocks noGrp="1"/>
          </p:cNvSpPr>
          <p:nvPr/>
        </p:nvSpPr>
        <p:spPr>
          <a:xfrm>
            <a:off x="14783594" y="66973"/>
            <a:ext cx="0" cy="167432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63" name="直接连接符 262"/>
          <p:cNvSpPr>
            <a:spLocks noGrp="1"/>
          </p:cNvSpPr>
          <p:nvPr/>
        </p:nvSpPr>
        <p:spPr>
          <a:xfrm>
            <a:off x="14684375" y="1716174"/>
            <a:ext cx="198437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64" name="直接连接符 263"/>
          <p:cNvSpPr>
            <a:spLocks noGrp="1"/>
          </p:cNvSpPr>
          <p:nvPr/>
        </p:nvSpPr>
        <p:spPr>
          <a:xfrm>
            <a:off x="14783594" y="1632458"/>
            <a:ext cx="0" cy="167432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65" name="直接连接符 264"/>
          <p:cNvSpPr>
            <a:spLocks noGrp="1"/>
          </p:cNvSpPr>
          <p:nvPr/>
        </p:nvSpPr>
        <p:spPr>
          <a:xfrm>
            <a:off x="14684375" y="7576282"/>
            <a:ext cx="198437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66" name="直接连接符 265"/>
          <p:cNvSpPr>
            <a:spLocks noGrp="1"/>
          </p:cNvSpPr>
          <p:nvPr/>
        </p:nvSpPr>
        <p:spPr>
          <a:xfrm>
            <a:off x="14783594" y="7492566"/>
            <a:ext cx="0" cy="167432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67" name="直接连接符 266"/>
          <p:cNvSpPr>
            <a:spLocks noGrp="1"/>
          </p:cNvSpPr>
          <p:nvPr/>
        </p:nvSpPr>
        <p:spPr>
          <a:xfrm>
            <a:off x="595313" y="1799890"/>
            <a:ext cx="198438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68" name="直接连接符 267"/>
          <p:cNvSpPr>
            <a:spLocks noGrp="1"/>
          </p:cNvSpPr>
          <p:nvPr/>
        </p:nvSpPr>
        <p:spPr>
          <a:xfrm>
            <a:off x="694531" y="1716174"/>
            <a:ext cx="0" cy="167432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69" name="直接连接符 268"/>
          <p:cNvSpPr>
            <a:spLocks noGrp="1"/>
          </p:cNvSpPr>
          <p:nvPr/>
        </p:nvSpPr>
        <p:spPr>
          <a:xfrm>
            <a:off x="595313" y="6362402"/>
            <a:ext cx="198438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70" name="直接连接符 269"/>
          <p:cNvSpPr>
            <a:spLocks noGrp="1"/>
          </p:cNvSpPr>
          <p:nvPr/>
        </p:nvSpPr>
        <p:spPr>
          <a:xfrm>
            <a:off x="694531" y="6278687"/>
            <a:ext cx="0" cy="167432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WPS 演示</Application>
  <PresentationFormat>Converted Presentation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4</cp:revision>
  <dcterms:created xsi:type="dcterms:W3CDTF">2026-07-29T17:49:00Z</dcterms:created>
  <dcterms:modified xsi:type="dcterms:W3CDTF">2026-08-09T12:13:01Z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CD6D99A2C18342C2B6EBBEFA23229B28_12</vt:lpwstr>
  </property>
  <property fmtid="{D5CDD505-2E9C-101B-9397-08002B2CF9AE}" pid="3" name="KSOProductBuildVer">
    <vt:lpwstr>2052-12.1.0.28022</vt:lpwstr>
  </property>
</Properties>
</file>