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Visual reconstruction based on the user-provided reference image: E:/志愿填报视频资料/03.PPT图片格式/航空航天类/ChatGPT Image 2026年7月29日 00_18_23 (1).png</a:t>
            </a:r>
          </a:p>
          <a:p>
            <a:r>
              <a:t>Major title, subtitle, footer, navigation labels, and selected dimension labels are rebuilt as editable PPT text.</a:t>
            </a:r>
          </a:p>
          <a:p>
            <a:r>
              <a:t>Aircraft blueprint, rocket launch blueprint, technical micro-markings, and navigation icons are retained as cropped image assets to preserve line-art texture.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7" name="直接连接符 256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7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6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04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42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61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0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00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38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7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76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295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333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52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371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390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28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47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66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85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23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42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61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81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19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38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57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76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714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733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752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771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09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828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47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866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04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23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942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62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00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1019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1038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1057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095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114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1133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0" name="直接连接符 59"/>
          <p:cNvSpPr>
            <a:spLocks noGrp="1"/>
          </p:cNvSpPr>
          <p:nvPr/>
        </p:nvSpPr>
        <p:spPr>
          <a:xfrm>
            <a:off x="1152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190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209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1228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1247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1285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304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1323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343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1381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1400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1419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1438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1476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495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9" name="直接连接符 78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0" name="直接连接符 79"/>
          <p:cNvSpPr>
            <a:spLocks noGrp="1"/>
          </p:cNvSpPr>
          <p:nvPr/>
        </p:nvSpPr>
        <p:spPr>
          <a:xfrm>
            <a:off x="285750" y="45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285750" y="64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285750" y="83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285750" y="102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5" name="直接连接符 84"/>
          <p:cNvSpPr>
            <a:spLocks noGrp="1"/>
          </p:cNvSpPr>
          <p:nvPr/>
        </p:nvSpPr>
        <p:spPr>
          <a:xfrm>
            <a:off x="285750" y="140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285750" y="160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285750" y="179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285750" y="198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285750" y="236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1" name="直接连接符 90"/>
          <p:cNvSpPr>
            <a:spLocks noGrp="1"/>
          </p:cNvSpPr>
          <p:nvPr/>
        </p:nvSpPr>
        <p:spPr>
          <a:xfrm>
            <a:off x="285750" y="255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285750" y="274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285750" y="293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285750" y="331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285750" y="350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7" name="直接连接符 96"/>
          <p:cNvSpPr>
            <a:spLocks noGrp="1"/>
          </p:cNvSpPr>
          <p:nvPr/>
        </p:nvSpPr>
        <p:spPr>
          <a:xfrm>
            <a:off x="285750" y="369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285750" y="388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9" name="直接连接符 98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285750" y="426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285750" y="445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285750" y="464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285750" y="483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285750" y="521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285750" y="541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285750" y="560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285750" y="579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285750" y="617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285750" y="636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285750" y="655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285750" y="674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85750" y="712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285750" y="731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>
            <a:off x="285750" y="750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285750" y="769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>
            <a:off x="285750" y="807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>
            <a:off x="285750" y="826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0" name="直接连接符 129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1" name="直接连接符 130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2" name="直接连接符 131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3" name="直接连接符 132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4" name="直接连接符 133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6" name="直接连接符 135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1" name="直接连接符 140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4" name="直接连接符 143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6" name="直接连接符 145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7" name="outer-blueprint-border"/>
          <p:cNvSpPr>
            <a:spLocks noGrp="1"/>
          </p:cNvSpPr>
          <p:nvPr/>
        </p:nvSpPr>
        <p:spPr>
          <a:xfrm>
            <a:off x="190500" y="228600"/>
            <a:ext cx="14859000" cy="8115300"/>
          </a:xfrm>
          <a:prstGeom prst="rect">
            <a:avLst/>
          </a:prstGeom>
          <a:noFill/>
          <a:ln w="23813">
            <a:solidFill>
              <a:srgbClr val="07386E"/>
            </a:solidFill>
            <a:prstDash val="solid"/>
          </a:ln>
        </p:spPr>
      </p:sp>
      <p:sp>
        <p:nvSpPr>
          <p:cNvPr id="148" name="直接连接符 147"/>
          <p:cNvSpPr>
            <a:spLocks noGrp="1"/>
          </p:cNvSpPr>
          <p:nvPr/>
        </p:nvSpPr>
        <p:spPr>
          <a:xfrm>
            <a:off x="542925" y="72390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49" name="直接连接符 148"/>
          <p:cNvSpPr>
            <a:spLocks noGrp="1"/>
          </p:cNvSpPr>
          <p:nvPr/>
        </p:nvSpPr>
        <p:spPr>
          <a:xfrm>
            <a:off x="628650" y="63817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0" name="椭圆 149"/>
          <p:cNvSpPr>
            <a:spLocks noGrp="1"/>
          </p:cNvSpPr>
          <p:nvPr/>
        </p:nvSpPr>
        <p:spPr>
          <a:xfrm>
            <a:off x="600075" y="69532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sp>
        <p:nvSpPr>
          <p:cNvPr id="151" name="直接连接符 150"/>
          <p:cNvSpPr>
            <a:spLocks noGrp="1"/>
          </p:cNvSpPr>
          <p:nvPr/>
        </p:nvSpPr>
        <p:spPr>
          <a:xfrm>
            <a:off x="8105775" y="238125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2" name="直接连接符 151"/>
          <p:cNvSpPr>
            <a:spLocks noGrp="1"/>
          </p:cNvSpPr>
          <p:nvPr/>
        </p:nvSpPr>
        <p:spPr>
          <a:xfrm>
            <a:off x="8191500" y="229552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3" name="椭圆 152"/>
          <p:cNvSpPr>
            <a:spLocks noGrp="1"/>
          </p:cNvSpPr>
          <p:nvPr/>
        </p:nvSpPr>
        <p:spPr>
          <a:xfrm>
            <a:off x="8162925" y="235267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3590925" y="398145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5" name="直接连接符 154"/>
          <p:cNvSpPr>
            <a:spLocks noGrp="1"/>
          </p:cNvSpPr>
          <p:nvPr/>
        </p:nvSpPr>
        <p:spPr>
          <a:xfrm>
            <a:off x="3676650" y="389572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6" name="椭圆 155"/>
          <p:cNvSpPr>
            <a:spLocks noGrp="1"/>
          </p:cNvSpPr>
          <p:nvPr/>
        </p:nvSpPr>
        <p:spPr>
          <a:xfrm>
            <a:off x="3648075" y="395287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sp>
        <p:nvSpPr>
          <p:cNvPr id="157" name="直接连接符 156"/>
          <p:cNvSpPr>
            <a:spLocks noGrp="1"/>
          </p:cNvSpPr>
          <p:nvPr/>
        </p:nvSpPr>
        <p:spPr>
          <a:xfrm>
            <a:off x="14011275" y="762000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8" name="直接连接符 157"/>
          <p:cNvSpPr>
            <a:spLocks noGrp="1"/>
          </p:cNvSpPr>
          <p:nvPr/>
        </p:nvSpPr>
        <p:spPr>
          <a:xfrm>
            <a:off x="14097000" y="753427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59" name="椭圆 158"/>
          <p:cNvSpPr>
            <a:spLocks noGrp="1"/>
          </p:cNvSpPr>
          <p:nvPr/>
        </p:nvSpPr>
        <p:spPr>
          <a:xfrm>
            <a:off x="14068425" y="759142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sp>
        <p:nvSpPr>
          <p:cNvPr id="160" name="直接连接符 159"/>
          <p:cNvSpPr>
            <a:spLocks noGrp="1"/>
          </p:cNvSpPr>
          <p:nvPr/>
        </p:nvSpPr>
        <p:spPr>
          <a:xfrm>
            <a:off x="10582275" y="255270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61" name="直接连接符 160"/>
          <p:cNvSpPr>
            <a:spLocks noGrp="1"/>
          </p:cNvSpPr>
          <p:nvPr/>
        </p:nvSpPr>
        <p:spPr>
          <a:xfrm>
            <a:off x="10668000" y="246697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62" name="椭圆 161"/>
          <p:cNvSpPr>
            <a:spLocks noGrp="1"/>
          </p:cNvSpPr>
          <p:nvPr/>
        </p:nvSpPr>
        <p:spPr>
          <a:xfrm>
            <a:off x="10639425" y="252412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4505325" y="5562600"/>
            <a:ext cx="17145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4591050" y="5476875"/>
            <a:ext cx="0" cy="17145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4562475" y="5534025"/>
            <a:ext cx="57150" cy="57150"/>
          </a:xfrm>
          <a:prstGeom prst="ellipse">
            <a:avLst/>
          </a:prstGeom>
          <a:solidFill>
            <a:srgbClr val="F8F8F3"/>
          </a:solidFill>
          <a:ln w="7620">
            <a:solidFill>
              <a:srgbClr val="07386E"/>
            </a:solidFill>
            <a:prstDash val="solid"/>
          </a:ln>
        </p:spPr>
      </p:sp>
      <p:pic>
        <p:nvPicPr>
          <p:cNvPr id="432" name="图片 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7177" y="236986"/>
            <a:ext cx="3737081" cy="1421914"/>
          </a:xfrm>
          <a:prstGeom prst="rect">
            <a:avLst/>
          </a:prstGeom>
        </p:spPr>
      </p:pic>
      <p:pic>
        <p:nvPicPr>
          <p:cNvPr id="433" name="图片 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59" y="1303421"/>
            <a:ext cx="11138325" cy="4393349"/>
          </a:xfrm>
          <a:prstGeom prst="rect">
            <a:avLst/>
          </a:prstGeom>
        </p:spPr>
      </p:pic>
      <p:pic>
        <p:nvPicPr>
          <p:cNvPr id="434" name="图片 4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52" y="3190191"/>
            <a:ext cx="3919378" cy="4429809"/>
          </a:xfrm>
          <a:prstGeom prst="rect">
            <a:avLst/>
          </a:prstGeom>
        </p:spPr>
      </p:pic>
      <p:pic>
        <p:nvPicPr>
          <p:cNvPr id="435" name="图片 4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3158" y="7610885"/>
            <a:ext cx="2369856" cy="783876"/>
          </a:xfrm>
          <a:prstGeom prst="rect">
            <a:avLst/>
          </a:prstGeom>
        </p:spPr>
      </p:pic>
      <p:sp>
        <p:nvSpPr>
          <p:cNvPr id="170" name="editable-main-title"/>
          <p:cNvSpPr>
            <a:spLocks noGrp="1"/>
          </p:cNvSpPr>
          <p:nvPr/>
        </p:nvSpPr>
        <p:spPr>
          <a:xfrm>
            <a:off x="990600" y="866775"/>
            <a:ext cx="6667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90000"/>
              </a:lnSpc>
              <a:buNone/>
              <a:defRPr sz="65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航空航天类</a:t>
            </a:r>
            <a:endParaRPr sz="65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editable-subtitle"/>
          <p:cNvSpPr>
            <a:spLocks noGrp="1"/>
          </p:cNvSpPr>
          <p:nvPr/>
        </p:nvSpPr>
        <p:spPr>
          <a:xfrm>
            <a:off x="1047750" y="240030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探索飞行器如何安全、高效、智能地</a:t>
            </a:r>
            <a:endParaRPr sz="21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驾驶天空与星辰</a:t>
            </a:r>
            <a:endParaRPr sz="21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bottom-navy-band"/>
          <p:cNvSpPr>
            <a:spLocks noGrp="1"/>
          </p:cNvSpPr>
          <p:nvPr/>
        </p:nvSpPr>
        <p:spPr>
          <a:xfrm>
            <a:off x="190500" y="7762875"/>
            <a:ext cx="14859000" cy="64770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73" name="直接连接符 172"/>
          <p:cNvSpPr>
            <a:spLocks noGrp="1"/>
          </p:cNvSpPr>
          <p:nvPr/>
        </p:nvSpPr>
        <p:spPr>
          <a:xfrm>
            <a:off x="285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4" name="直接连接符 173"/>
          <p:cNvSpPr>
            <a:spLocks noGrp="1"/>
          </p:cNvSpPr>
          <p:nvPr/>
        </p:nvSpPr>
        <p:spPr>
          <a:xfrm>
            <a:off x="514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5" name="直接连接符 174"/>
          <p:cNvSpPr>
            <a:spLocks noGrp="1"/>
          </p:cNvSpPr>
          <p:nvPr/>
        </p:nvSpPr>
        <p:spPr>
          <a:xfrm>
            <a:off x="742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6" name="直接连接符 175"/>
          <p:cNvSpPr>
            <a:spLocks noGrp="1"/>
          </p:cNvSpPr>
          <p:nvPr/>
        </p:nvSpPr>
        <p:spPr>
          <a:xfrm>
            <a:off x="971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200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1428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1657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1885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1" name="直接连接符 180"/>
          <p:cNvSpPr>
            <a:spLocks noGrp="1"/>
          </p:cNvSpPr>
          <p:nvPr/>
        </p:nvSpPr>
        <p:spPr>
          <a:xfrm>
            <a:off x="2114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2" name="直接连接符 181"/>
          <p:cNvSpPr>
            <a:spLocks noGrp="1"/>
          </p:cNvSpPr>
          <p:nvPr/>
        </p:nvSpPr>
        <p:spPr>
          <a:xfrm>
            <a:off x="2343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3" name="直接连接符 182"/>
          <p:cNvSpPr>
            <a:spLocks noGrp="1"/>
          </p:cNvSpPr>
          <p:nvPr/>
        </p:nvSpPr>
        <p:spPr>
          <a:xfrm>
            <a:off x="2571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4" name="直接连接符 183"/>
          <p:cNvSpPr>
            <a:spLocks noGrp="1"/>
          </p:cNvSpPr>
          <p:nvPr/>
        </p:nvSpPr>
        <p:spPr>
          <a:xfrm>
            <a:off x="2800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5" name="直接连接符 184"/>
          <p:cNvSpPr>
            <a:spLocks noGrp="1"/>
          </p:cNvSpPr>
          <p:nvPr/>
        </p:nvSpPr>
        <p:spPr>
          <a:xfrm>
            <a:off x="3028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6" name="直接连接符 185"/>
          <p:cNvSpPr>
            <a:spLocks noGrp="1"/>
          </p:cNvSpPr>
          <p:nvPr/>
        </p:nvSpPr>
        <p:spPr>
          <a:xfrm>
            <a:off x="3257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7" name="直接连接符 186"/>
          <p:cNvSpPr>
            <a:spLocks noGrp="1"/>
          </p:cNvSpPr>
          <p:nvPr/>
        </p:nvSpPr>
        <p:spPr>
          <a:xfrm>
            <a:off x="3486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8" name="直接连接符 187"/>
          <p:cNvSpPr>
            <a:spLocks noGrp="1"/>
          </p:cNvSpPr>
          <p:nvPr/>
        </p:nvSpPr>
        <p:spPr>
          <a:xfrm>
            <a:off x="3714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89" name="直接连接符 188"/>
          <p:cNvSpPr>
            <a:spLocks noGrp="1"/>
          </p:cNvSpPr>
          <p:nvPr/>
        </p:nvSpPr>
        <p:spPr>
          <a:xfrm>
            <a:off x="3943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0" name="直接连接符 189"/>
          <p:cNvSpPr>
            <a:spLocks noGrp="1"/>
          </p:cNvSpPr>
          <p:nvPr/>
        </p:nvSpPr>
        <p:spPr>
          <a:xfrm>
            <a:off x="4171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1" name="直接连接符 190"/>
          <p:cNvSpPr>
            <a:spLocks noGrp="1"/>
          </p:cNvSpPr>
          <p:nvPr/>
        </p:nvSpPr>
        <p:spPr>
          <a:xfrm>
            <a:off x="4400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2" name="直接连接符 191"/>
          <p:cNvSpPr>
            <a:spLocks noGrp="1"/>
          </p:cNvSpPr>
          <p:nvPr/>
        </p:nvSpPr>
        <p:spPr>
          <a:xfrm>
            <a:off x="4629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3" name="直接连接符 192"/>
          <p:cNvSpPr>
            <a:spLocks noGrp="1"/>
          </p:cNvSpPr>
          <p:nvPr/>
        </p:nvSpPr>
        <p:spPr>
          <a:xfrm>
            <a:off x="4857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4" name="直接连接符 193"/>
          <p:cNvSpPr>
            <a:spLocks noGrp="1"/>
          </p:cNvSpPr>
          <p:nvPr/>
        </p:nvSpPr>
        <p:spPr>
          <a:xfrm>
            <a:off x="5086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5" name="直接连接符 194"/>
          <p:cNvSpPr>
            <a:spLocks noGrp="1"/>
          </p:cNvSpPr>
          <p:nvPr/>
        </p:nvSpPr>
        <p:spPr>
          <a:xfrm>
            <a:off x="5314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6" name="直接连接符 195"/>
          <p:cNvSpPr>
            <a:spLocks noGrp="1"/>
          </p:cNvSpPr>
          <p:nvPr/>
        </p:nvSpPr>
        <p:spPr>
          <a:xfrm>
            <a:off x="5543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7" name="直接连接符 196"/>
          <p:cNvSpPr>
            <a:spLocks noGrp="1"/>
          </p:cNvSpPr>
          <p:nvPr/>
        </p:nvSpPr>
        <p:spPr>
          <a:xfrm>
            <a:off x="5772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8" name="直接连接符 197"/>
          <p:cNvSpPr>
            <a:spLocks noGrp="1"/>
          </p:cNvSpPr>
          <p:nvPr/>
        </p:nvSpPr>
        <p:spPr>
          <a:xfrm>
            <a:off x="6000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199" name="直接连接符 198"/>
          <p:cNvSpPr>
            <a:spLocks noGrp="1"/>
          </p:cNvSpPr>
          <p:nvPr/>
        </p:nvSpPr>
        <p:spPr>
          <a:xfrm>
            <a:off x="6229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0" name="直接连接符 199"/>
          <p:cNvSpPr>
            <a:spLocks noGrp="1"/>
          </p:cNvSpPr>
          <p:nvPr/>
        </p:nvSpPr>
        <p:spPr>
          <a:xfrm>
            <a:off x="6457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1" name="直接连接符 200"/>
          <p:cNvSpPr>
            <a:spLocks noGrp="1"/>
          </p:cNvSpPr>
          <p:nvPr/>
        </p:nvSpPr>
        <p:spPr>
          <a:xfrm>
            <a:off x="6686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2" name="直接连接符 201"/>
          <p:cNvSpPr>
            <a:spLocks noGrp="1"/>
          </p:cNvSpPr>
          <p:nvPr/>
        </p:nvSpPr>
        <p:spPr>
          <a:xfrm>
            <a:off x="6915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3" name="直接连接符 202"/>
          <p:cNvSpPr>
            <a:spLocks noGrp="1"/>
          </p:cNvSpPr>
          <p:nvPr/>
        </p:nvSpPr>
        <p:spPr>
          <a:xfrm>
            <a:off x="7143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4" name="直接连接符 203"/>
          <p:cNvSpPr>
            <a:spLocks noGrp="1"/>
          </p:cNvSpPr>
          <p:nvPr/>
        </p:nvSpPr>
        <p:spPr>
          <a:xfrm>
            <a:off x="7372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5" name="直接连接符 204"/>
          <p:cNvSpPr>
            <a:spLocks noGrp="1"/>
          </p:cNvSpPr>
          <p:nvPr/>
        </p:nvSpPr>
        <p:spPr>
          <a:xfrm>
            <a:off x="7600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6" name="直接连接符 205"/>
          <p:cNvSpPr>
            <a:spLocks noGrp="1"/>
          </p:cNvSpPr>
          <p:nvPr/>
        </p:nvSpPr>
        <p:spPr>
          <a:xfrm>
            <a:off x="7829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7" name="直接连接符 206"/>
          <p:cNvSpPr>
            <a:spLocks noGrp="1"/>
          </p:cNvSpPr>
          <p:nvPr/>
        </p:nvSpPr>
        <p:spPr>
          <a:xfrm>
            <a:off x="8058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8286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>
            <a:off x="8515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0" name="直接连接符 209"/>
          <p:cNvSpPr>
            <a:spLocks noGrp="1"/>
          </p:cNvSpPr>
          <p:nvPr/>
        </p:nvSpPr>
        <p:spPr>
          <a:xfrm>
            <a:off x="8743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1" name="直接连接符 210"/>
          <p:cNvSpPr>
            <a:spLocks noGrp="1"/>
          </p:cNvSpPr>
          <p:nvPr/>
        </p:nvSpPr>
        <p:spPr>
          <a:xfrm>
            <a:off x="8972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9201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9429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>
            <a:off x="9658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9886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10115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10344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10572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10801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0" name="直接连接符 219"/>
          <p:cNvSpPr>
            <a:spLocks noGrp="1"/>
          </p:cNvSpPr>
          <p:nvPr/>
        </p:nvSpPr>
        <p:spPr>
          <a:xfrm>
            <a:off x="11029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11258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11487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11715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4" name="直接连接符 223"/>
          <p:cNvSpPr>
            <a:spLocks noGrp="1"/>
          </p:cNvSpPr>
          <p:nvPr/>
        </p:nvSpPr>
        <p:spPr>
          <a:xfrm>
            <a:off x="11944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5" name="直接连接符 224"/>
          <p:cNvSpPr>
            <a:spLocks noGrp="1"/>
          </p:cNvSpPr>
          <p:nvPr/>
        </p:nvSpPr>
        <p:spPr>
          <a:xfrm>
            <a:off x="12172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12401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12630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>
            <a:off x="12858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9" name="直接连接符 228"/>
          <p:cNvSpPr>
            <a:spLocks noGrp="1"/>
          </p:cNvSpPr>
          <p:nvPr/>
        </p:nvSpPr>
        <p:spPr>
          <a:xfrm>
            <a:off x="13087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13315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13544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>
            <a:off x="13773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3" name="直接连接符 232"/>
          <p:cNvSpPr>
            <a:spLocks noGrp="1"/>
          </p:cNvSpPr>
          <p:nvPr/>
        </p:nvSpPr>
        <p:spPr>
          <a:xfrm>
            <a:off x="140017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4" name="直接连接符 233"/>
          <p:cNvSpPr>
            <a:spLocks noGrp="1"/>
          </p:cNvSpPr>
          <p:nvPr/>
        </p:nvSpPr>
        <p:spPr>
          <a:xfrm>
            <a:off x="142303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5" name="直接连接符 234"/>
          <p:cNvSpPr>
            <a:spLocks noGrp="1"/>
          </p:cNvSpPr>
          <p:nvPr/>
        </p:nvSpPr>
        <p:spPr>
          <a:xfrm>
            <a:off x="144589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6" name="直接连接符 235"/>
          <p:cNvSpPr>
            <a:spLocks noGrp="1"/>
          </p:cNvSpPr>
          <p:nvPr/>
        </p:nvSpPr>
        <p:spPr>
          <a:xfrm>
            <a:off x="146875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7" name="直接连接符 236"/>
          <p:cNvSpPr>
            <a:spLocks noGrp="1"/>
          </p:cNvSpPr>
          <p:nvPr/>
        </p:nvSpPr>
        <p:spPr>
          <a:xfrm>
            <a:off x="14916150" y="7762875"/>
            <a:ext cx="0" cy="6477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8" name="直接连接符 237"/>
          <p:cNvSpPr>
            <a:spLocks noGrp="1"/>
          </p:cNvSpPr>
          <p:nvPr/>
        </p:nvSpPr>
        <p:spPr>
          <a:xfrm>
            <a:off x="190500" y="7762875"/>
            <a:ext cx="14859000" cy="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9" name="直接连接符 238"/>
          <p:cNvSpPr>
            <a:spLocks noGrp="1"/>
          </p:cNvSpPr>
          <p:nvPr/>
        </p:nvSpPr>
        <p:spPr>
          <a:xfrm>
            <a:off x="190500" y="7991475"/>
            <a:ext cx="14859000" cy="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0" name="直接连接符 239"/>
          <p:cNvSpPr>
            <a:spLocks noGrp="1"/>
          </p:cNvSpPr>
          <p:nvPr/>
        </p:nvSpPr>
        <p:spPr>
          <a:xfrm>
            <a:off x="190500" y="8220075"/>
            <a:ext cx="14859000" cy="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1" name="editable-footer"/>
          <p:cNvSpPr>
            <a:spLocks noGrp="1"/>
          </p:cNvSpPr>
          <p:nvPr/>
        </p:nvSpPr>
        <p:spPr>
          <a:xfrm>
            <a:off x="571500" y="8048625"/>
            <a:ext cx="3476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  |  探索 · 工程 · 未来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editable-nav-box-1"/>
          <p:cNvSpPr>
            <a:spLocks noGrp="1"/>
          </p:cNvSpPr>
          <p:nvPr/>
        </p:nvSpPr>
        <p:spPr>
          <a:xfrm>
            <a:off x="4600575" y="5943600"/>
            <a:ext cx="1962150" cy="1524000"/>
          </a:xfrm>
          <a:custGeom>
            <a:avLst/>
            <a:gdLst/>
            <a:ahLst/>
            <a:cxnLst/>
            <a:pathLst>
              <a:path w="1962150" h="1524000">
                <a:moveTo>
                  <a:pt x="171450" y="0"/>
                </a:moveTo>
                <a:lnTo>
                  <a:pt x="1790700" y="0"/>
                </a:lnTo>
                <a:lnTo>
                  <a:pt x="1962150" y="171450"/>
                </a:lnTo>
                <a:lnTo>
                  <a:pt x="1962150" y="1352550"/>
                </a:lnTo>
                <a:lnTo>
                  <a:pt x="1790700" y="1524000"/>
                </a:lnTo>
                <a:lnTo>
                  <a:pt x="171450" y="1524000"/>
                </a:lnTo>
                <a:lnTo>
                  <a:pt x="0" y="13525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pic>
        <p:nvPicPr>
          <p:cNvPr id="509" name="图片 5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25" y="6237514"/>
            <a:ext cx="628650" cy="478971"/>
          </a:xfrm>
          <a:prstGeom prst="rect">
            <a:avLst/>
          </a:prstGeom>
        </p:spPr>
      </p:pic>
      <p:sp>
        <p:nvSpPr>
          <p:cNvPr id="244" name="editable-nav-label-1"/>
          <p:cNvSpPr>
            <a:spLocks noGrp="1"/>
          </p:cNvSpPr>
          <p:nvPr/>
        </p:nvSpPr>
        <p:spPr>
          <a:xfrm>
            <a:off x="4752975" y="69246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专业方向</a:t>
            </a:r>
            <a:endParaRPr sz="20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5" name="editable-nav-box-2"/>
          <p:cNvSpPr>
            <a:spLocks noGrp="1"/>
          </p:cNvSpPr>
          <p:nvPr/>
        </p:nvSpPr>
        <p:spPr>
          <a:xfrm>
            <a:off x="6677025" y="5943600"/>
            <a:ext cx="1962150" cy="1524000"/>
          </a:xfrm>
          <a:custGeom>
            <a:avLst/>
            <a:gdLst/>
            <a:ahLst/>
            <a:cxnLst/>
            <a:pathLst>
              <a:path w="1962150" h="1524000">
                <a:moveTo>
                  <a:pt x="171450" y="0"/>
                </a:moveTo>
                <a:lnTo>
                  <a:pt x="1790700" y="0"/>
                </a:lnTo>
                <a:lnTo>
                  <a:pt x="1962150" y="171450"/>
                </a:lnTo>
                <a:lnTo>
                  <a:pt x="1962150" y="1352550"/>
                </a:lnTo>
                <a:lnTo>
                  <a:pt x="1790700" y="1524000"/>
                </a:lnTo>
                <a:lnTo>
                  <a:pt x="171450" y="1524000"/>
                </a:lnTo>
                <a:lnTo>
                  <a:pt x="0" y="13525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775" y="6256973"/>
            <a:ext cx="628650" cy="440055"/>
          </a:xfrm>
          <a:prstGeom prst="rect">
            <a:avLst/>
          </a:prstGeom>
        </p:spPr>
      </p:pic>
      <p:sp>
        <p:nvSpPr>
          <p:cNvPr id="247" name="editable-nav-label-2"/>
          <p:cNvSpPr>
            <a:spLocks noGrp="1"/>
          </p:cNvSpPr>
          <p:nvPr/>
        </p:nvSpPr>
        <p:spPr>
          <a:xfrm>
            <a:off x="6829425" y="69246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核心课程</a:t>
            </a:r>
            <a:endParaRPr sz="20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editable-nav-box-3"/>
          <p:cNvSpPr>
            <a:spLocks noGrp="1"/>
          </p:cNvSpPr>
          <p:nvPr/>
        </p:nvSpPr>
        <p:spPr>
          <a:xfrm>
            <a:off x="8753475" y="5943600"/>
            <a:ext cx="1962150" cy="1524000"/>
          </a:xfrm>
          <a:custGeom>
            <a:avLst/>
            <a:gdLst/>
            <a:ahLst/>
            <a:cxnLst/>
            <a:pathLst>
              <a:path w="1962150" h="1524000">
                <a:moveTo>
                  <a:pt x="171450" y="0"/>
                </a:moveTo>
                <a:lnTo>
                  <a:pt x="1790700" y="0"/>
                </a:lnTo>
                <a:lnTo>
                  <a:pt x="1962150" y="171450"/>
                </a:lnTo>
                <a:lnTo>
                  <a:pt x="1962150" y="1352550"/>
                </a:lnTo>
                <a:lnTo>
                  <a:pt x="1790700" y="1524000"/>
                </a:lnTo>
                <a:lnTo>
                  <a:pt x="171450" y="1524000"/>
                </a:lnTo>
                <a:lnTo>
                  <a:pt x="0" y="13525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pic>
        <p:nvPicPr>
          <p:cNvPr id="515" name="图片 5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225" y="6237514"/>
            <a:ext cx="628650" cy="478971"/>
          </a:xfrm>
          <a:prstGeom prst="rect">
            <a:avLst/>
          </a:prstGeom>
        </p:spPr>
      </p:pic>
      <p:sp>
        <p:nvSpPr>
          <p:cNvPr id="250" name="editable-nav-label-3"/>
          <p:cNvSpPr>
            <a:spLocks noGrp="1"/>
          </p:cNvSpPr>
          <p:nvPr/>
        </p:nvSpPr>
        <p:spPr>
          <a:xfrm>
            <a:off x="8905875" y="69246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适合人群</a:t>
            </a:r>
            <a:endParaRPr sz="20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editable-nav-box-4"/>
          <p:cNvSpPr>
            <a:spLocks noGrp="1"/>
          </p:cNvSpPr>
          <p:nvPr/>
        </p:nvSpPr>
        <p:spPr>
          <a:xfrm>
            <a:off x="10829925" y="5943600"/>
            <a:ext cx="1962150" cy="1524000"/>
          </a:xfrm>
          <a:custGeom>
            <a:avLst/>
            <a:gdLst/>
            <a:ahLst/>
            <a:cxnLst/>
            <a:pathLst>
              <a:path w="1962150" h="1524000">
                <a:moveTo>
                  <a:pt x="171450" y="0"/>
                </a:moveTo>
                <a:lnTo>
                  <a:pt x="1790700" y="0"/>
                </a:lnTo>
                <a:lnTo>
                  <a:pt x="1962150" y="171450"/>
                </a:lnTo>
                <a:lnTo>
                  <a:pt x="1962150" y="1352550"/>
                </a:lnTo>
                <a:lnTo>
                  <a:pt x="1790700" y="1524000"/>
                </a:lnTo>
                <a:lnTo>
                  <a:pt x="171450" y="1524000"/>
                </a:lnTo>
                <a:lnTo>
                  <a:pt x="0" y="13525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pic>
        <p:nvPicPr>
          <p:cNvPr id="518" name="图片 5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6675" y="6205688"/>
            <a:ext cx="628650" cy="542624"/>
          </a:xfrm>
          <a:prstGeom prst="rect">
            <a:avLst/>
          </a:prstGeom>
        </p:spPr>
      </p:pic>
      <p:sp>
        <p:nvSpPr>
          <p:cNvPr id="253" name="editable-nav-label-4"/>
          <p:cNvSpPr>
            <a:spLocks noGrp="1"/>
          </p:cNvSpPr>
          <p:nvPr/>
        </p:nvSpPr>
        <p:spPr>
          <a:xfrm>
            <a:off x="10982325" y="69246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升学路径</a:t>
            </a:r>
            <a:endParaRPr sz="20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editable-nav-box-5"/>
          <p:cNvSpPr>
            <a:spLocks noGrp="1"/>
          </p:cNvSpPr>
          <p:nvPr/>
        </p:nvSpPr>
        <p:spPr>
          <a:xfrm>
            <a:off x="12906375" y="5943600"/>
            <a:ext cx="1962150" cy="1524000"/>
          </a:xfrm>
          <a:custGeom>
            <a:avLst/>
            <a:gdLst/>
            <a:ahLst/>
            <a:cxnLst/>
            <a:pathLst>
              <a:path w="1962150" h="1524000">
                <a:moveTo>
                  <a:pt x="171450" y="0"/>
                </a:moveTo>
                <a:lnTo>
                  <a:pt x="1790700" y="0"/>
                </a:lnTo>
                <a:lnTo>
                  <a:pt x="1962150" y="171450"/>
                </a:lnTo>
                <a:lnTo>
                  <a:pt x="1962150" y="1352550"/>
                </a:lnTo>
                <a:lnTo>
                  <a:pt x="1790700" y="1524000"/>
                </a:lnTo>
                <a:lnTo>
                  <a:pt x="171450" y="1524000"/>
                </a:lnTo>
                <a:lnTo>
                  <a:pt x="0" y="13525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pic>
        <p:nvPicPr>
          <p:cNvPr id="521" name="图片 5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3125" y="6201966"/>
            <a:ext cx="628650" cy="550069"/>
          </a:xfrm>
          <a:prstGeom prst="rect">
            <a:avLst/>
          </a:prstGeom>
        </p:spPr>
      </p:pic>
      <p:sp>
        <p:nvSpPr>
          <p:cNvPr id="256" name="editable-nav-label-5"/>
          <p:cNvSpPr>
            <a:spLocks noGrp="1"/>
          </p:cNvSpPr>
          <p:nvPr/>
        </p:nvSpPr>
        <p:spPr>
          <a:xfrm>
            <a:off x="13058775" y="69246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就业前景</a:t>
            </a:r>
            <a:endParaRPr sz="20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WPS 演示</Application>
  <PresentationFormat>Converted Presentation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2026-07-29T17:49:00Z</dcterms:created>
  <dcterms:modified xsi:type="dcterms:W3CDTF">2026-08-09T12:13:00Z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CD6D99A2C18342C2B6EBBEFA23229B28_12</vt:lpwstr>
  </property>
  <property fmtid="{D5CDD505-2E9C-101B-9397-08002B2CF9AE}" pid="3" name="KSOProductBuildVer">
    <vt:lpwstr>2052-12.1.0.28022</vt:lpwstr>
  </property>
</Properties>
</file>