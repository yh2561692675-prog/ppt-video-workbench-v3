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60" y="460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这一页讨论新高考改革：先看全局。。理解这一点的目的，是把本页信息放回规划导入的整体框架，并据此判断下一步需要核对的数据、限制条件和行动节点。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新高一规划_学术期刊编辑风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68274" y="315278"/>
            <a:ext cx="10837926" cy="999172"/>
            <a:chOff x="668274" y="315278"/>
            <a:chExt cx="10837926" cy="999172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315278"/>
              <a:ext cx="2770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28" dirty="0">
                  <a:solidFill>
                    <a:schemeClr val="accent2"/>
                  </a:solidFill>
                </a:rPr>
                <a:t>NEW SENIOR HIGH PLANNING / 05</a:t>
              </a:r>
              <a:endParaRPr lang="zh-CN" sz="1050" b="1" spc="128" dirty="0">
                <a:solidFill>
                  <a:schemeClr val="accent2"/>
                </a:solidFill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8274" y="446722"/>
              <a:ext cx="518769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新高考改革：先看全局</a:t>
              </a:r>
              <a:endParaRPr lang="zh-CN" sz="34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13049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85800" y="1304925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73049" y="1668304"/>
            <a:ext cx="4831842" cy="600456"/>
            <a:chOff x="773049" y="1668304"/>
            <a:chExt cx="4831842" cy="600456"/>
          </a:xfrm>
        </p:grpSpPr>
        <p:sp>
          <p:nvSpPr>
            <p:cNvPr id="10" name="TextBox 10"/>
            <p:cNvSpPr txBox="1"/>
            <p:nvPr/>
          </p:nvSpPr>
          <p:spPr>
            <a:xfrm>
              <a:off x="773049" y="1668304"/>
              <a:ext cx="4831842" cy="600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00"/>
                </a:lnSpc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本页以源稿图示为主要证据，重点理解其与三年规划的</a:t>
              </a:r>
              <a:b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关系。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96100" y="1638300"/>
            <a:ext cx="4514850" cy="4457700"/>
            <a:chOff x="6896100" y="1638300"/>
            <a:chExt cx="4514850" cy="4457700"/>
          </a:xfrm>
        </p:grpSpPr>
        <p:sp>
          <p:nvSpPr>
            <p:cNvPr id="12" name="Rectangle 12"/>
            <p:cNvSpPr/>
            <p:nvPr/>
          </p:nvSpPr>
          <p:spPr>
            <a:xfrm>
              <a:off x="6896100" y="1638300"/>
              <a:ext cx="4514850" cy="4457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72300" y="3014670"/>
              <a:ext cx="4362450" cy="153351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986588" y="5913120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717D"/>
                  </a:solidFill>
                  <a:latin typeface="+mn-lt"/>
                  <a:ea typeface="+mn-ea"/>
                  <a:cs typeface="+mn-cs"/>
                </a:rPr>
                <a:t>源稿证据图示 1</a:t>
              </a:r>
              <a:endParaRPr lang="zh-CN" sz="900" dirty="0">
                <a:solidFill>
                  <a:srgbClr val="66717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0466" y="6305550"/>
            <a:ext cx="10825734" cy="349187"/>
            <a:chOff x="680466" y="6305550"/>
            <a:chExt cx="10825734" cy="349187"/>
          </a:xfrm>
        </p:grpSpPr>
        <p:sp>
          <p:nvSpPr>
            <p:cNvPr id="16" name="Line 16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466" y="6449378"/>
              <a:ext cx="7931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新高一规划</a:t>
              </a:r>
              <a:endParaRPr lang="zh-CN" sz="105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27192" y="64574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717D"/>
                  </a:solidFill>
                  <a:latin typeface="+mn-lt"/>
                  <a:ea typeface="+mn-ea"/>
                  <a:cs typeface="+mn-cs"/>
                </a:rPr>
                <a:t>规划导入</a:t>
              </a:r>
              <a:endParaRPr lang="zh-CN" sz="980" dirty="0">
                <a:solidFill>
                  <a:srgbClr val="66717D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新高一规划_学术期刊编辑风">
  <a:themeElements>
    <a:clrScheme name="新高一规划_学术期刊编辑风">
      <a:dk1>
        <a:srgbClr val="1E2B3B"/>
      </a:dk1>
      <a:lt1>
        <a:srgbClr val="F7F2E8"/>
      </a:lt1>
      <a:dk2>
        <a:srgbClr val="1F497D"/>
      </a:dk2>
      <a:lt2>
        <a:srgbClr val="EFE6D6"/>
      </a:lt2>
      <a:accent1>
        <a:srgbClr val="082B5C"/>
      </a:accent1>
      <a:accent2>
        <a:srgbClr val="8F2118"/>
      </a:accent2>
      <a:accent3>
        <a:srgbClr val="B89555"/>
      </a:accent3>
      <a:accent4>
        <a:srgbClr val="082B5C"/>
      </a:accent4>
      <a:accent5>
        <a:srgbClr val="C9BDAA"/>
      </a:accent5>
      <a:accent6>
        <a:srgbClr val="F79646"/>
      </a:accent6>
      <a:hlink>
        <a:srgbClr val="8F2118"/>
      </a:hlink>
      <a:folHlink>
        <a:srgbClr val="B89555"/>
      </a:folHlink>
    </a:clrScheme>
    <a:fontScheme name="新高一规划_学术期刊编辑风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新高一规划_学术期刊编辑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高一规划_学术期刊编辑风">
  <a:themeElements>
    <a:clrScheme name="新高一规划_学术期刊编辑风">
      <a:dk1>
        <a:srgbClr val="1E2B3B"/>
      </a:dk1>
      <a:lt1>
        <a:srgbClr val="F7F2E8"/>
      </a:lt1>
      <a:dk2>
        <a:srgbClr val="1F497D"/>
      </a:dk2>
      <a:lt2>
        <a:srgbClr val="EFE6D6"/>
      </a:lt2>
      <a:accent1>
        <a:srgbClr val="082B5C"/>
      </a:accent1>
      <a:accent2>
        <a:srgbClr val="8F2118"/>
      </a:accent2>
      <a:accent3>
        <a:srgbClr val="B89555"/>
      </a:accent3>
      <a:accent4>
        <a:srgbClr val="082B5C"/>
      </a:accent4>
      <a:accent5>
        <a:srgbClr val="C9BDAA"/>
      </a:accent5>
      <a:accent6>
        <a:srgbClr val="F79646"/>
      </a:accent6>
      <a:hlink>
        <a:srgbClr val="8F2118"/>
      </a:hlink>
      <a:folHlink>
        <a:srgbClr val="B89555"/>
      </a:folHlink>
    </a:clrScheme>
    <a:fontScheme name="新高一规划_学术期刊编辑风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高一规划_学术期刊编辑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宽屏</PresentationFormat>
  <Paragraphs>12</Paragraphs>
  <Slides>1</Slides>
  <Notes>89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Cambria Math</vt:lpstr>
      <vt:lpstr>微软雅黑</vt:lpstr>
      <vt:lpstr>新高一规划_学术期刊编辑风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HanYu</dc:creator>
  <cp:lastModifiedBy>HanYu</cp:lastModifiedBy>
  <cp:revision>11</cp:revision>
  <dcterms:created xsi:type="dcterms:W3CDTF">2026-08-03T05:25:00Z</dcterms:created>
  <dcterms:modified xsi:type="dcterms:W3CDTF">2026-08-09T12:13:18Z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F94C373423EE4BD09417DDFA370C582F_12</vt:lpwstr>
  </property>
</Properties>
</file>