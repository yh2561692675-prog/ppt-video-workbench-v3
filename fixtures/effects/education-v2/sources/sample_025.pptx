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3-title-shadow"/>
          <p:cNvSpPr>
            <a:spLocks noGrp="1"/>
          </p:cNvSpPr>
          <p:nvPr/>
        </p:nvSpPr>
        <p:spPr>
          <a:xfrm>
            <a:off x="2247900" y="381000"/>
            <a:ext cx="790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FFFFFF">
                    <a:alpha val="24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600" b="1">
                <a:solidFill>
                  <a:srgbClr val="FFFFFF">
                    <a:alpha val="24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同属计算机类，不同专业侧重点不同</a:t>
            </a:r>
            <a:endParaRPr sz="3600" b="1">
              <a:solidFill>
                <a:srgbClr val="FFFFFF">
                  <a:alpha val="24000"/>
                </a:srgbClr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" name="s3-title"/>
          <p:cNvSpPr>
            <a:spLocks noGrp="1"/>
          </p:cNvSpPr>
          <p:nvPr/>
        </p:nvSpPr>
        <p:spPr>
          <a:xfrm>
            <a:off x="2209800" y="342900"/>
            <a:ext cx="7943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F8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600" b="1">
                <a:solidFill>
                  <a:srgbClr val="F8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同属计算机类，不同专业侧重点不同</a:t>
            </a:r>
            <a:endParaRPr sz="3600" b="1">
              <a:solidFill>
                <a:srgbClr val="F8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s3-center"/>
          <p:cNvSpPr>
            <a:spLocks noGrp="1"/>
          </p:cNvSpPr>
          <p:nvPr/>
        </p:nvSpPr>
        <p:spPr>
          <a:xfrm>
            <a:off x="5162550" y="314325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62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62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计算机类</a:t>
            </a:r>
            <a:endParaRPr sz="262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s3-general-heading"/>
          <p:cNvSpPr>
            <a:spLocks noGrp="1"/>
          </p:cNvSpPr>
          <p:nvPr/>
        </p:nvSpPr>
        <p:spPr>
          <a:xfrm>
            <a:off x="1657350" y="1724025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通用基础与软件系统</a:t>
            </a:r>
            <a:endParaRPr sz="21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s3-general-body"/>
          <p:cNvSpPr>
            <a:spLocks noGrp="1"/>
          </p:cNvSpPr>
          <p:nvPr/>
        </p:nvSpPr>
        <p:spPr>
          <a:xfrm>
            <a:off x="1666875" y="23717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计算机科学与技术 | 软件工程 | 网络工程</a:t>
            </a:r>
            <a:endParaRPr sz="1350" b="1">
              <a:solidFill>
                <a:srgbClr val="F0F5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s3-data-ai-heading"/>
          <p:cNvSpPr>
            <a:spLocks noGrp="1"/>
          </p:cNvSpPr>
          <p:nvPr/>
        </p:nvSpPr>
        <p:spPr>
          <a:xfrm>
            <a:off x="8848725" y="1724025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数据与人工智能</a:t>
            </a:r>
            <a:endParaRPr sz="21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s3-data-ai-body"/>
          <p:cNvSpPr>
            <a:spLocks noGrp="1"/>
          </p:cNvSpPr>
          <p:nvPr/>
        </p:nvSpPr>
        <p:spPr>
          <a:xfrm>
            <a:off x="8858250" y="2371725"/>
            <a:ext cx="3314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智能科学与技术 | 数据科学与大数据技术</a:t>
            </a:r>
            <a:endParaRPr sz="1350" b="1">
              <a:solidFill>
                <a:srgbClr val="F0F5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s3-security-heading"/>
          <p:cNvSpPr>
            <a:spLocks noGrp="1"/>
          </p:cNvSpPr>
          <p:nvPr/>
        </p:nvSpPr>
        <p:spPr>
          <a:xfrm>
            <a:off x="1676400" y="3924300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安全方向</a:t>
            </a:r>
            <a:endParaRPr sz="21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s3-security-body"/>
          <p:cNvSpPr>
            <a:spLocks noGrp="1"/>
          </p:cNvSpPr>
          <p:nvPr/>
        </p:nvSpPr>
        <p:spPr>
          <a:xfrm>
            <a:off x="1685925" y="4581525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信息安全 | 网络空间安全</a:t>
            </a:r>
            <a:endParaRPr sz="1350" b="1">
              <a:solidFill>
                <a:srgbClr val="F0F5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s3-hardware-heading"/>
          <p:cNvSpPr>
            <a:spLocks noGrp="1"/>
          </p:cNvSpPr>
          <p:nvPr/>
        </p:nvSpPr>
        <p:spPr>
          <a:xfrm>
            <a:off x="8848725" y="3876675"/>
            <a:ext cx="2905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软硬件与场景应用</a:t>
            </a:r>
            <a:endParaRPr sz="21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s3-hardware-body1"/>
          <p:cNvSpPr>
            <a:spLocks noGrp="1"/>
          </p:cNvSpPr>
          <p:nvPr/>
        </p:nvSpPr>
        <p:spPr>
          <a:xfrm>
            <a:off x="8848725" y="454342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物联网工程 | 数字媒体技术 |</a:t>
            </a:r>
            <a:endParaRPr sz="1350" b="1">
              <a:solidFill>
                <a:srgbClr val="F0F5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s3-hardware-body2"/>
          <p:cNvSpPr>
            <a:spLocks noGrp="1"/>
          </p:cNvSpPr>
          <p:nvPr/>
        </p:nvSpPr>
        <p:spPr>
          <a:xfrm>
            <a:off x="8848725" y="486727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工业软件 | 空间信息与数字技术</a:t>
            </a:r>
            <a:endParaRPr sz="1350" b="1">
              <a:solidFill>
                <a:srgbClr val="F0F5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s3-chip-foundation"/>
          <p:cNvSpPr>
            <a:spLocks noGrp="1"/>
          </p:cNvSpPr>
          <p:nvPr/>
        </p:nvSpPr>
        <p:spPr>
          <a:xfrm>
            <a:off x="933450" y="5724525"/>
            <a:ext cx="990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基础覆盖面</a:t>
            </a:r>
            <a:endParaRPr sz="1275" b="1">
              <a:solidFill>
                <a:srgbClr val="F0F7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s3-chip-project"/>
          <p:cNvSpPr>
            <a:spLocks noGrp="1"/>
          </p:cNvSpPr>
          <p:nvPr/>
        </p:nvSpPr>
        <p:spPr>
          <a:xfrm>
            <a:off x="2686050" y="5724525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项目开发</a:t>
            </a:r>
            <a:endParaRPr sz="1275" b="1">
              <a:solidFill>
                <a:srgbClr val="F0F7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s3-chip-algorithm"/>
          <p:cNvSpPr>
            <a:spLocks noGrp="1"/>
          </p:cNvSpPr>
          <p:nvPr/>
        </p:nvSpPr>
        <p:spPr>
          <a:xfrm>
            <a:off x="4248150" y="5724525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算法与大模型</a:t>
            </a:r>
            <a:endParaRPr sz="1275" b="1">
              <a:solidFill>
                <a:srgbClr val="F0F7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s3-chip-analysis"/>
          <p:cNvSpPr>
            <a:spLocks noGrp="1"/>
          </p:cNvSpPr>
          <p:nvPr/>
        </p:nvSpPr>
        <p:spPr>
          <a:xfrm>
            <a:off x="6134100" y="5724525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数据分析</a:t>
            </a:r>
            <a:endParaRPr sz="1275" b="1">
              <a:solidFill>
                <a:srgbClr val="F0F7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s3-chip-defense"/>
          <p:cNvSpPr>
            <a:spLocks noGrp="1"/>
          </p:cNvSpPr>
          <p:nvPr/>
        </p:nvSpPr>
        <p:spPr>
          <a:xfrm>
            <a:off x="7753350" y="5724525"/>
            <a:ext cx="914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攻防保护</a:t>
            </a:r>
            <a:endParaRPr sz="1275" b="1">
              <a:solidFill>
                <a:srgbClr val="F0F7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s3-chip-device"/>
          <p:cNvSpPr>
            <a:spLocks noGrp="1"/>
          </p:cNvSpPr>
          <p:nvPr/>
        </p:nvSpPr>
        <p:spPr>
          <a:xfrm>
            <a:off x="9286875" y="5724525"/>
            <a:ext cx="914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硬件设备</a:t>
            </a:r>
            <a:endParaRPr sz="1275" b="1">
              <a:solidFill>
                <a:srgbClr val="F0F7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s3-chip-game"/>
          <p:cNvSpPr>
            <a:spLocks noGrp="1"/>
          </p:cNvSpPr>
          <p:nvPr/>
        </p:nvSpPr>
        <p:spPr>
          <a:xfrm>
            <a:off x="10648950" y="572452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0F7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游戏与视觉交互</a:t>
            </a:r>
            <a:endParaRPr sz="1275" b="1">
              <a:solidFill>
                <a:srgbClr val="F0F7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WPS 演示</Application>
  <PresentationFormat>Converted Presentation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Microsoft YaHei UI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4</cp:revision>
  <dcterms:created xsi:type="dcterms:W3CDTF">2026-07-29T17:07:00Z</dcterms:created>
  <dcterms:modified xsi:type="dcterms:W3CDTF">2026-08-09T12:13:06Z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0D3601A580BB4A83A7A857C764BE7720_12</vt:lpwstr>
  </property>
  <property fmtid="{D5CDD505-2E9C-101B-9397-08002B2CF9AE}" pid="3" name="KSOProductBuildVer">
    <vt:lpwstr>2052-12.1.0.28022</vt:lpwstr>
  </property>
</Properties>
</file>