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</p:sldIdLst>
  <p:sldSz cx="15925800" cy="8963025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2" name="editable-slide4-title"/>
          <p:cNvSpPr>
            <a:spLocks noGrp="1"/>
          </p:cNvSpPr>
          <p:nvPr/>
        </p:nvSpPr>
        <p:spPr>
          <a:xfrm>
            <a:off x="1695450" y="400050"/>
            <a:ext cx="12573000" cy="7429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37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7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核心专业课：光、机、电、控、测、算的系统融合</a:t>
            </a:r>
            <a:endParaRPr sz="3750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" name="editable-course-optics-title"/>
          <p:cNvSpPr>
            <a:spLocks noGrp="1"/>
          </p:cNvSpPr>
          <p:nvPr/>
        </p:nvSpPr>
        <p:spPr>
          <a:xfrm>
            <a:off x="3600450" y="1866900"/>
            <a:ext cx="552450" cy="4572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0759D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0759D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光</a:t>
            </a:r>
            <a:endParaRPr sz="2550" b="1">
              <a:solidFill>
                <a:srgbClr val="0759D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editable-course-optics-body"/>
          <p:cNvSpPr>
            <a:spLocks noGrp="1"/>
          </p:cNvSpPr>
          <p:nvPr/>
        </p:nvSpPr>
        <p:spPr>
          <a:xfrm>
            <a:off x="3600450" y="2400300"/>
            <a:ext cx="1428750" cy="762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工程光学、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光电检测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editable-course-electronics-title"/>
          <p:cNvSpPr>
            <a:spLocks noGrp="1"/>
          </p:cNvSpPr>
          <p:nvPr/>
        </p:nvSpPr>
        <p:spPr>
          <a:xfrm>
            <a:off x="3067050" y="4000500"/>
            <a:ext cx="552450" cy="4572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0759D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0759D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电</a:t>
            </a:r>
            <a:endParaRPr sz="2550" b="1">
              <a:solidFill>
                <a:srgbClr val="0759D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editable-course-electronics-body"/>
          <p:cNvSpPr>
            <a:spLocks noGrp="1"/>
          </p:cNvSpPr>
          <p:nvPr/>
        </p:nvSpPr>
        <p:spPr>
          <a:xfrm>
            <a:off x="3067050" y="4438650"/>
            <a:ext cx="1619250" cy="10096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电路、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模拟电子、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数字电子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editable-course-control-title"/>
          <p:cNvSpPr>
            <a:spLocks noGrp="1"/>
          </p:cNvSpPr>
          <p:nvPr/>
        </p:nvSpPr>
        <p:spPr>
          <a:xfrm>
            <a:off x="3600450" y="6191250"/>
            <a:ext cx="552450" cy="4572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0759D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0759D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控</a:t>
            </a:r>
            <a:endParaRPr sz="2550" b="1">
              <a:solidFill>
                <a:srgbClr val="0759D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8" name="editable-course-control-body"/>
          <p:cNvSpPr>
            <a:spLocks noGrp="1"/>
          </p:cNvSpPr>
          <p:nvPr/>
        </p:nvSpPr>
        <p:spPr>
          <a:xfrm>
            <a:off x="3600450" y="6705600"/>
            <a:ext cx="1524000" cy="762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自动控制、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信号与系统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9" name="editable-course-mechanics-title"/>
          <p:cNvSpPr>
            <a:spLocks noGrp="1"/>
          </p:cNvSpPr>
          <p:nvPr/>
        </p:nvSpPr>
        <p:spPr>
          <a:xfrm>
            <a:off x="12439650" y="1866900"/>
            <a:ext cx="552450" cy="4572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0759D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0759D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机</a:t>
            </a:r>
            <a:endParaRPr sz="2550" b="1">
              <a:solidFill>
                <a:srgbClr val="0759D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0" name="editable-course-mechanics-body"/>
          <p:cNvSpPr>
            <a:spLocks noGrp="1"/>
          </p:cNvSpPr>
          <p:nvPr/>
        </p:nvSpPr>
        <p:spPr>
          <a:xfrm>
            <a:off x="12439650" y="2400300"/>
            <a:ext cx="1428750" cy="762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机械设计、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精密机械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editable-course-measure-title"/>
          <p:cNvSpPr>
            <a:spLocks noGrp="1"/>
          </p:cNvSpPr>
          <p:nvPr/>
        </p:nvSpPr>
        <p:spPr>
          <a:xfrm>
            <a:off x="13068300" y="4000500"/>
            <a:ext cx="552450" cy="4572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0759D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0759D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测</a:t>
            </a:r>
            <a:endParaRPr sz="2550" b="1">
              <a:solidFill>
                <a:srgbClr val="0759D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editable-course-measure-body"/>
          <p:cNvSpPr>
            <a:spLocks noGrp="1"/>
          </p:cNvSpPr>
          <p:nvPr/>
        </p:nvSpPr>
        <p:spPr>
          <a:xfrm>
            <a:off x="13068300" y="4486275"/>
            <a:ext cx="1524000" cy="9334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传感器、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误差理论、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测量技术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editable-course-computing-title"/>
          <p:cNvSpPr>
            <a:spLocks noGrp="1"/>
          </p:cNvSpPr>
          <p:nvPr/>
        </p:nvSpPr>
        <p:spPr>
          <a:xfrm>
            <a:off x="12439650" y="6191250"/>
            <a:ext cx="552450" cy="4572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buNone/>
              <a:defRPr sz="2550" b="1">
                <a:solidFill>
                  <a:srgbClr val="0759D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0759D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算</a:t>
            </a:r>
            <a:endParaRPr sz="2550" b="1">
              <a:solidFill>
                <a:srgbClr val="0759D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editable-course-computing-body"/>
          <p:cNvSpPr>
            <a:spLocks noGrp="1"/>
          </p:cNvSpPr>
          <p:nvPr/>
        </p:nvSpPr>
        <p:spPr>
          <a:xfrm>
            <a:off x="12439650" y="6705600"/>
            <a:ext cx="1524000" cy="93345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单片机、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嵌入式、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0">
                <a:solidFill>
                  <a:srgbClr val="20242C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数据处理</a:t>
            </a:r>
            <a:endParaRPr sz="1800" b="0">
              <a:solidFill>
                <a:srgbClr val="20242C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editable-complete-system"/>
          <p:cNvSpPr>
            <a:spLocks noGrp="1"/>
          </p:cNvSpPr>
          <p:nvPr/>
        </p:nvSpPr>
        <p:spPr>
          <a:xfrm>
            <a:off x="6667500" y="7000875"/>
            <a:ext cx="2667000" cy="5715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  <a:defRPr sz="25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071C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完整仪器系统</a:t>
            </a:r>
            <a:endParaRPr sz="2550" b="1">
              <a:solidFill>
                <a:srgbClr val="071C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WPS 演示</Application>
  <PresentationFormat>Converted Presentation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Microsoft YaHei UI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1</cp:revision>
  <dcterms:created xsi:type="dcterms:W3CDTF">2026-08-09T12:13:49Z</dcterms:created>
  <dcterms:modified xsi:type="dcterms:W3CDTF">2026-08-09T12:13:49Z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CE264ABC088A486A960F8B5AE863D2E7_12</vt:lpwstr>
  </property>
  <property fmtid="{D5CDD505-2E9C-101B-9397-08002B2CF9AE}" pid="3" name="KSOProductBuildVer">
    <vt:lpwstr>2052-12.1.0.28022</vt:lpwstr>
  </property>
</Properties>
</file>