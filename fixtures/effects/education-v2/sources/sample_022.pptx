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Visual reconstruction based on the user-provided reference image: E:/志愿填报视频资料/03.PPT图片格式/航空航天类/ChatGPT Image 2026年7月29日 00_18_24 (2).png</a:t>
            </a:r>
          </a:p>
          <a:p>
            <a:r>
              <a:t>Main title, section label, panel headings, bullets, system engineering labels/descriptions, timeline labels, and footer are rebuilt as editable PPT text.</a:t>
            </a:r>
          </a:p>
          <a:p>
            <a:r>
              <a:t>Aircraft airflow illustration, spacecraft/Earth illustration, engineering corner marks, and five system icons are retained as cropped image assets to preserve blueprint texture.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7" name="直接连接符 286"/>
          <p:cNvSpPr>
            <a:spLocks noGrp="1"/>
          </p:cNvSpPr>
          <p:nvPr/>
        </p:nvSpPr>
        <p:spPr>
          <a:xfrm>
            <a:off x="28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7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6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85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04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23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42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61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80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00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19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38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57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76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295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314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333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352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371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390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9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428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447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466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485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504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23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42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61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581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00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19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638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57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76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695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714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733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752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771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790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809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828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847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866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885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904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923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942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962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981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1000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1019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1038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1057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1076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1095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1114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1133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0" name="直接连接符 59"/>
          <p:cNvSpPr>
            <a:spLocks noGrp="1"/>
          </p:cNvSpPr>
          <p:nvPr/>
        </p:nvSpPr>
        <p:spPr>
          <a:xfrm>
            <a:off x="1152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1" name="直接连接符 60"/>
          <p:cNvSpPr>
            <a:spLocks noGrp="1"/>
          </p:cNvSpPr>
          <p:nvPr/>
        </p:nvSpPr>
        <p:spPr>
          <a:xfrm>
            <a:off x="1171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1190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1209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1228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1247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6" name="直接连接符 65"/>
          <p:cNvSpPr>
            <a:spLocks noGrp="1"/>
          </p:cNvSpPr>
          <p:nvPr/>
        </p:nvSpPr>
        <p:spPr>
          <a:xfrm>
            <a:off x="1266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1285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1304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9" name="直接连接符 68"/>
          <p:cNvSpPr>
            <a:spLocks noGrp="1"/>
          </p:cNvSpPr>
          <p:nvPr/>
        </p:nvSpPr>
        <p:spPr>
          <a:xfrm>
            <a:off x="1323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1343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1362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2" name="直接连接符 71"/>
          <p:cNvSpPr>
            <a:spLocks noGrp="1"/>
          </p:cNvSpPr>
          <p:nvPr/>
        </p:nvSpPr>
        <p:spPr>
          <a:xfrm>
            <a:off x="1381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3" name="直接连接符 72"/>
          <p:cNvSpPr>
            <a:spLocks noGrp="1"/>
          </p:cNvSpPr>
          <p:nvPr/>
        </p:nvSpPr>
        <p:spPr>
          <a:xfrm>
            <a:off x="1400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4" name="直接连接符 73"/>
          <p:cNvSpPr>
            <a:spLocks noGrp="1"/>
          </p:cNvSpPr>
          <p:nvPr/>
        </p:nvSpPr>
        <p:spPr>
          <a:xfrm>
            <a:off x="1419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1438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6" name="直接连接符 75"/>
          <p:cNvSpPr>
            <a:spLocks noGrp="1"/>
          </p:cNvSpPr>
          <p:nvPr/>
        </p:nvSpPr>
        <p:spPr>
          <a:xfrm>
            <a:off x="1457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7" name="直接连接符 76"/>
          <p:cNvSpPr>
            <a:spLocks noGrp="1"/>
          </p:cNvSpPr>
          <p:nvPr/>
        </p:nvSpPr>
        <p:spPr>
          <a:xfrm>
            <a:off x="1476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8" name="直接连接符 77"/>
          <p:cNvSpPr>
            <a:spLocks noGrp="1"/>
          </p:cNvSpPr>
          <p:nvPr/>
        </p:nvSpPr>
        <p:spPr>
          <a:xfrm>
            <a:off x="1495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9" name="直接连接符 78"/>
          <p:cNvSpPr>
            <a:spLocks noGrp="1"/>
          </p:cNvSpPr>
          <p:nvPr/>
        </p:nvSpPr>
        <p:spPr>
          <a:xfrm>
            <a:off x="285750" y="26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0" name="直接连接符 79"/>
          <p:cNvSpPr>
            <a:spLocks noGrp="1"/>
          </p:cNvSpPr>
          <p:nvPr/>
        </p:nvSpPr>
        <p:spPr>
          <a:xfrm>
            <a:off x="285750" y="45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1" name="直接连接符 80"/>
          <p:cNvSpPr>
            <a:spLocks noGrp="1"/>
          </p:cNvSpPr>
          <p:nvPr/>
        </p:nvSpPr>
        <p:spPr>
          <a:xfrm>
            <a:off x="285750" y="64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2" name="直接连接符 81"/>
          <p:cNvSpPr>
            <a:spLocks noGrp="1"/>
          </p:cNvSpPr>
          <p:nvPr/>
        </p:nvSpPr>
        <p:spPr>
          <a:xfrm>
            <a:off x="285750" y="838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3" name="直接连接符 82"/>
          <p:cNvSpPr>
            <a:spLocks noGrp="1"/>
          </p:cNvSpPr>
          <p:nvPr/>
        </p:nvSpPr>
        <p:spPr>
          <a:xfrm>
            <a:off x="285750" y="1028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4" name="直接连接符 83"/>
          <p:cNvSpPr>
            <a:spLocks noGrp="1"/>
          </p:cNvSpPr>
          <p:nvPr/>
        </p:nvSpPr>
        <p:spPr>
          <a:xfrm>
            <a:off x="285750" y="1219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5" name="直接连接符 84"/>
          <p:cNvSpPr>
            <a:spLocks noGrp="1"/>
          </p:cNvSpPr>
          <p:nvPr/>
        </p:nvSpPr>
        <p:spPr>
          <a:xfrm>
            <a:off x="285750" y="1409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6" name="直接连接符 85"/>
          <p:cNvSpPr>
            <a:spLocks noGrp="1"/>
          </p:cNvSpPr>
          <p:nvPr/>
        </p:nvSpPr>
        <p:spPr>
          <a:xfrm>
            <a:off x="285750" y="1600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7" name="直接连接符 86"/>
          <p:cNvSpPr>
            <a:spLocks noGrp="1"/>
          </p:cNvSpPr>
          <p:nvPr/>
        </p:nvSpPr>
        <p:spPr>
          <a:xfrm>
            <a:off x="285750" y="1790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8" name="直接连接符 87"/>
          <p:cNvSpPr>
            <a:spLocks noGrp="1"/>
          </p:cNvSpPr>
          <p:nvPr/>
        </p:nvSpPr>
        <p:spPr>
          <a:xfrm>
            <a:off x="285750" y="1981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285750" y="2171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285750" y="2362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1" name="直接连接符 90"/>
          <p:cNvSpPr>
            <a:spLocks noGrp="1"/>
          </p:cNvSpPr>
          <p:nvPr/>
        </p:nvSpPr>
        <p:spPr>
          <a:xfrm>
            <a:off x="285750" y="2552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2" name="直接连接符 91"/>
          <p:cNvSpPr>
            <a:spLocks noGrp="1"/>
          </p:cNvSpPr>
          <p:nvPr/>
        </p:nvSpPr>
        <p:spPr>
          <a:xfrm>
            <a:off x="285750" y="2743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3" name="直接连接符 92"/>
          <p:cNvSpPr>
            <a:spLocks noGrp="1"/>
          </p:cNvSpPr>
          <p:nvPr/>
        </p:nvSpPr>
        <p:spPr>
          <a:xfrm>
            <a:off x="285750" y="2933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4" name="直接连接符 93"/>
          <p:cNvSpPr>
            <a:spLocks noGrp="1"/>
          </p:cNvSpPr>
          <p:nvPr/>
        </p:nvSpPr>
        <p:spPr>
          <a:xfrm>
            <a:off x="285750" y="3124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5" name="直接连接符 94"/>
          <p:cNvSpPr>
            <a:spLocks noGrp="1"/>
          </p:cNvSpPr>
          <p:nvPr/>
        </p:nvSpPr>
        <p:spPr>
          <a:xfrm>
            <a:off x="285750" y="3314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6" name="直接连接符 95"/>
          <p:cNvSpPr>
            <a:spLocks noGrp="1"/>
          </p:cNvSpPr>
          <p:nvPr/>
        </p:nvSpPr>
        <p:spPr>
          <a:xfrm>
            <a:off x="285750" y="3505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7" name="直接连接符 96"/>
          <p:cNvSpPr>
            <a:spLocks noGrp="1"/>
          </p:cNvSpPr>
          <p:nvPr/>
        </p:nvSpPr>
        <p:spPr>
          <a:xfrm>
            <a:off x="285750" y="3695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8" name="直接连接符 97"/>
          <p:cNvSpPr>
            <a:spLocks noGrp="1"/>
          </p:cNvSpPr>
          <p:nvPr/>
        </p:nvSpPr>
        <p:spPr>
          <a:xfrm>
            <a:off x="285750" y="3886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9" name="直接连接符 98"/>
          <p:cNvSpPr>
            <a:spLocks noGrp="1"/>
          </p:cNvSpPr>
          <p:nvPr/>
        </p:nvSpPr>
        <p:spPr>
          <a:xfrm>
            <a:off x="285750" y="407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0" name="直接连接符 99"/>
          <p:cNvSpPr>
            <a:spLocks noGrp="1"/>
          </p:cNvSpPr>
          <p:nvPr/>
        </p:nvSpPr>
        <p:spPr>
          <a:xfrm>
            <a:off x="285750" y="426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285750" y="445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285750" y="4648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3" name="直接连接符 102"/>
          <p:cNvSpPr>
            <a:spLocks noGrp="1"/>
          </p:cNvSpPr>
          <p:nvPr/>
        </p:nvSpPr>
        <p:spPr>
          <a:xfrm>
            <a:off x="285750" y="4838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4" name="直接连接符 103"/>
          <p:cNvSpPr>
            <a:spLocks noGrp="1"/>
          </p:cNvSpPr>
          <p:nvPr/>
        </p:nvSpPr>
        <p:spPr>
          <a:xfrm>
            <a:off x="285750" y="5029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285750" y="5219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285750" y="5410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285750" y="5600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8" name="直接连接符 107"/>
          <p:cNvSpPr>
            <a:spLocks noGrp="1"/>
          </p:cNvSpPr>
          <p:nvPr/>
        </p:nvSpPr>
        <p:spPr>
          <a:xfrm>
            <a:off x="285750" y="5791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285750" y="5981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0" name="直接连接符 109"/>
          <p:cNvSpPr>
            <a:spLocks noGrp="1"/>
          </p:cNvSpPr>
          <p:nvPr/>
        </p:nvSpPr>
        <p:spPr>
          <a:xfrm>
            <a:off x="285750" y="6172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285750" y="6362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2" name="直接连接符 111"/>
          <p:cNvSpPr>
            <a:spLocks noGrp="1"/>
          </p:cNvSpPr>
          <p:nvPr/>
        </p:nvSpPr>
        <p:spPr>
          <a:xfrm>
            <a:off x="285750" y="6553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285750" y="6743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4" name="直接连接符 113"/>
          <p:cNvSpPr>
            <a:spLocks noGrp="1"/>
          </p:cNvSpPr>
          <p:nvPr/>
        </p:nvSpPr>
        <p:spPr>
          <a:xfrm>
            <a:off x="285750" y="6934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285750" y="7124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6" name="直接连接符 115"/>
          <p:cNvSpPr>
            <a:spLocks noGrp="1"/>
          </p:cNvSpPr>
          <p:nvPr/>
        </p:nvSpPr>
        <p:spPr>
          <a:xfrm>
            <a:off x="285750" y="7315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7" name="直接连接符 116"/>
          <p:cNvSpPr>
            <a:spLocks noGrp="1"/>
          </p:cNvSpPr>
          <p:nvPr/>
        </p:nvSpPr>
        <p:spPr>
          <a:xfrm>
            <a:off x="285750" y="7505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8" name="直接连接符 117"/>
          <p:cNvSpPr>
            <a:spLocks noGrp="1"/>
          </p:cNvSpPr>
          <p:nvPr/>
        </p:nvSpPr>
        <p:spPr>
          <a:xfrm>
            <a:off x="285750" y="7696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9" name="直接连接符 118"/>
          <p:cNvSpPr>
            <a:spLocks noGrp="1"/>
          </p:cNvSpPr>
          <p:nvPr/>
        </p:nvSpPr>
        <p:spPr>
          <a:xfrm>
            <a:off x="285750" y="788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0" name="直接连接符 119"/>
          <p:cNvSpPr>
            <a:spLocks noGrp="1"/>
          </p:cNvSpPr>
          <p:nvPr/>
        </p:nvSpPr>
        <p:spPr>
          <a:xfrm>
            <a:off x="285750" y="807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1" name="直接连接符 120"/>
          <p:cNvSpPr>
            <a:spLocks noGrp="1"/>
          </p:cNvSpPr>
          <p:nvPr/>
        </p:nvSpPr>
        <p:spPr>
          <a:xfrm>
            <a:off x="285750" y="826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28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3" name="直接连接符 122"/>
          <p:cNvSpPr>
            <a:spLocks noGrp="1"/>
          </p:cNvSpPr>
          <p:nvPr/>
        </p:nvSpPr>
        <p:spPr>
          <a:xfrm>
            <a:off x="123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4" name="直接连接符 123"/>
          <p:cNvSpPr>
            <a:spLocks noGrp="1"/>
          </p:cNvSpPr>
          <p:nvPr/>
        </p:nvSpPr>
        <p:spPr>
          <a:xfrm>
            <a:off x="219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5" name="直接连接符 124"/>
          <p:cNvSpPr>
            <a:spLocks noGrp="1"/>
          </p:cNvSpPr>
          <p:nvPr/>
        </p:nvSpPr>
        <p:spPr>
          <a:xfrm>
            <a:off x="314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6" name="直接连接符 125"/>
          <p:cNvSpPr>
            <a:spLocks noGrp="1"/>
          </p:cNvSpPr>
          <p:nvPr/>
        </p:nvSpPr>
        <p:spPr>
          <a:xfrm>
            <a:off x="409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7" name="直接连接符 126"/>
          <p:cNvSpPr>
            <a:spLocks noGrp="1"/>
          </p:cNvSpPr>
          <p:nvPr/>
        </p:nvSpPr>
        <p:spPr>
          <a:xfrm>
            <a:off x="504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8" name="直接连接符 127"/>
          <p:cNvSpPr>
            <a:spLocks noGrp="1"/>
          </p:cNvSpPr>
          <p:nvPr/>
        </p:nvSpPr>
        <p:spPr>
          <a:xfrm>
            <a:off x="600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9" name="直接连接符 128"/>
          <p:cNvSpPr>
            <a:spLocks noGrp="1"/>
          </p:cNvSpPr>
          <p:nvPr/>
        </p:nvSpPr>
        <p:spPr>
          <a:xfrm>
            <a:off x="695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0" name="直接连接符 129"/>
          <p:cNvSpPr>
            <a:spLocks noGrp="1"/>
          </p:cNvSpPr>
          <p:nvPr/>
        </p:nvSpPr>
        <p:spPr>
          <a:xfrm>
            <a:off x="790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1" name="直接连接符 130"/>
          <p:cNvSpPr>
            <a:spLocks noGrp="1"/>
          </p:cNvSpPr>
          <p:nvPr/>
        </p:nvSpPr>
        <p:spPr>
          <a:xfrm>
            <a:off x="885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2" name="直接连接符 131"/>
          <p:cNvSpPr>
            <a:spLocks noGrp="1"/>
          </p:cNvSpPr>
          <p:nvPr/>
        </p:nvSpPr>
        <p:spPr>
          <a:xfrm>
            <a:off x="981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3" name="直接连接符 132"/>
          <p:cNvSpPr>
            <a:spLocks noGrp="1"/>
          </p:cNvSpPr>
          <p:nvPr/>
        </p:nvSpPr>
        <p:spPr>
          <a:xfrm>
            <a:off x="1076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4" name="直接连接符 133"/>
          <p:cNvSpPr>
            <a:spLocks noGrp="1"/>
          </p:cNvSpPr>
          <p:nvPr/>
        </p:nvSpPr>
        <p:spPr>
          <a:xfrm>
            <a:off x="1171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5" name="直接连接符 134"/>
          <p:cNvSpPr>
            <a:spLocks noGrp="1"/>
          </p:cNvSpPr>
          <p:nvPr/>
        </p:nvSpPr>
        <p:spPr>
          <a:xfrm>
            <a:off x="1266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6" name="直接连接符 135"/>
          <p:cNvSpPr>
            <a:spLocks noGrp="1"/>
          </p:cNvSpPr>
          <p:nvPr/>
        </p:nvSpPr>
        <p:spPr>
          <a:xfrm>
            <a:off x="1362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7" name="直接连接符 136"/>
          <p:cNvSpPr>
            <a:spLocks noGrp="1"/>
          </p:cNvSpPr>
          <p:nvPr/>
        </p:nvSpPr>
        <p:spPr>
          <a:xfrm>
            <a:off x="1457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8" name="直接连接符 137"/>
          <p:cNvSpPr>
            <a:spLocks noGrp="1"/>
          </p:cNvSpPr>
          <p:nvPr/>
        </p:nvSpPr>
        <p:spPr>
          <a:xfrm>
            <a:off x="285750" y="26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9" name="直接连接符 138"/>
          <p:cNvSpPr>
            <a:spLocks noGrp="1"/>
          </p:cNvSpPr>
          <p:nvPr/>
        </p:nvSpPr>
        <p:spPr>
          <a:xfrm>
            <a:off x="285750" y="1219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0" name="直接连接符 139"/>
          <p:cNvSpPr>
            <a:spLocks noGrp="1"/>
          </p:cNvSpPr>
          <p:nvPr/>
        </p:nvSpPr>
        <p:spPr>
          <a:xfrm>
            <a:off x="285750" y="2171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1" name="直接连接符 140"/>
          <p:cNvSpPr>
            <a:spLocks noGrp="1"/>
          </p:cNvSpPr>
          <p:nvPr/>
        </p:nvSpPr>
        <p:spPr>
          <a:xfrm>
            <a:off x="285750" y="3124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2" name="直接连接符 141"/>
          <p:cNvSpPr>
            <a:spLocks noGrp="1"/>
          </p:cNvSpPr>
          <p:nvPr/>
        </p:nvSpPr>
        <p:spPr>
          <a:xfrm>
            <a:off x="285750" y="407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3" name="直接连接符 142"/>
          <p:cNvSpPr>
            <a:spLocks noGrp="1"/>
          </p:cNvSpPr>
          <p:nvPr/>
        </p:nvSpPr>
        <p:spPr>
          <a:xfrm>
            <a:off x="285750" y="5029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4" name="直接连接符 143"/>
          <p:cNvSpPr>
            <a:spLocks noGrp="1"/>
          </p:cNvSpPr>
          <p:nvPr/>
        </p:nvSpPr>
        <p:spPr>
          <a:xfrm>
            <a:off x="285750" y="5981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5" name="直接连接符 144"/>
          <p:cNvSpPr>
            <a:spLocks noGrp="1"/>
          </p:cNvSpPr>
          <p:nvPr/>
        </p:nvSpPr>
        <p:spPr>
          <a:xfrm>
            <a:off x="285750" y="6934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6" name="直接连接符 145"/>
          <p:cNvSpPr>
            <a:spLocks noGrp="1"/>
          </p:cNvSpPr>
          <p:nvPr/>
        </p:nvSpPr>
        <p:spPr>
          <a:xfrm>
            <a:off x="285750" y="788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7" name="outer-blueprint-border"/>
          <p:cNvSpPr>
            <a:spLocks noGrp="1"/>
          </p:cNvSpPr>
          <p:nvPr/>
        </p:nvSpPr>
        <p:spPr>
          <a:xfrm>
            <a:off x="190500" y="228600"/>
            <a:ext cx="14859000" cy="8115300"/>
          </a:xfrm>
          <a:prstGeom prst="rect">
            <a:avLst/>
          </a:prstGeom>
          <a:noFill/>
          <a:ln w="23813">
            <a:solidFill>
              <a:srgbClr val="07386E"/>
            </a:solidFill>
            <a:prstDash val="solid"/>
          </a:ln>
        </p:spPr>
      </p:sp>
      <p:pic>
        <p:nvPicPr>
          <p:cNvPr id="443" name="图片 4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3876" y="291675"/>
            <a:ext cx="2734450" cy="875024"/>
          </a:xfrm>
          <a:prstGeom prst="rect">
            <a:avLst/>
          </a:prstGeom>
        </p:spPr>
      </p:pic>
      <p:sp>
        <p:nvSpPr>
          <p:cNvPr id="149" name="直接连接符 148"/>
          <p:cNvSpPr>
            <a:spLocks noGrp="1"/>
          </p:cNvSpPr>
          <p:nvPr/>
        </p:nvSpPr>
        <p:spPr>
          <a:xfrm>
            <a:off x="228600" y="695325"/>
            <a:ext cx="14516100" cy="0"/>
          </a:xfrm>
          <a:prstGeom prst="line">
            <a:avLst/>
          </a:prstGeom>
          <a:noFill/>
          <a:ln w="10478">
            <a:solidFill>
              <a:srgbClr val="07386E">
                <a:alpha val="80000"/>
              </a:srgbClr>
            </a:solidFill>
            <a:prstDash val="solid"/>
          </a:ln>
        </p:spPr>
      </p:sp>
      <p:sp>
        <p:nvSpPr>
          <p:cNvPr id="150" name="直接连接符 149"/>
          <p:cNvSpPr>
            <a:spLocks noGrp="1"/>
          </p:cNvSpPr>
          <p:nvPr/>
        </p:nvSpPr>
        <p:spPr>
          <a:xfrm>
            <a:off x="266700" y="704850"/>
            <a:ext cx="2971800" cy="0"/>
          </a:xfrm>
          <a:prstGeom prst="line">
            <a:avLst/>
          </a:prstGeom>
          <a:noFill/>
          <a:ln w="11430">
            <a:solidFill>
              <a:srgbClr val="07386E"/>
            </a:solidFill>
            <a:prstDash val="solid"/>
          </a:ln>
        </p:spPr>
      </p:sp>
      <p:sp>
        <p:nvSpPr>
          <p:cNvPr id="151" name="editable-section-target-outer"/>
          <p:cNvSpPr>
            <a:spLocks noGrp="1"/>
          </p:cNvSpPr>
          <p:nvPr/>
        </p:nvSpPr>
        <p:spPr>
          <a:xfrm>
            <a:off x="428625" y="342900"/>
            <a:ext cx="333375" cy="333375"/>
          </a:xfrm>
          <a:prstGeom prst="ellipse">
            <a:avLst/>
          </a:prstGeom>
          <a:noFill/>
          <a:ln w="13335">
            <a:solidFill>
              <a:srgbClr val="07386E"/>
            </a:solidFill>
            <a:prstDash val="solid"/>
          </a:ln>
        </p:spPr>
      </p:sp>
      <p:sp>
        <p:nvSpPr>
          <p:cNvPr id="152" name="editable-section-target-inner"/>
          <p:cNvSpPr>
            <a:spLocks noGrp="1"/>
          </p:cNvSpPr>
          <p:nvPr/>
        </p:nvSpPr>
        <p:spPr>
          <a:xfrm>
            <a:off x="523875" y="438150"/>
            <a:ext cx="142875" cy="142875"/>
          </a:xfrm>
          <a:prstGeom prst="ellipse">
            <a:avLst/>
          </a:prstGeom>
          <a:noFill/>
          <a:ln w="11430">
            <a:solidFill>
              <a:srgbClr val="07386E"/>
            </a:solidFill>
            <a:prstDash val="solid"/>
          </a:ln>
        </p:spPr>
      </p:sp>
      <p:sp>
        <p:nvSpPr>
          <p:cNvPr id="153" name="editable-section-name"/>
          <p:cNvSpPr>
            <a:spLocks noGrp="1"/>
          </p:cNvSpPr>
          <p:nvPr/>
        </p:nvSpPr>
        <p:spPr>
          <a:xfrm>
            <a:off x="1028700" y="38100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专业介绍</a:t>
            </a:r>
            <a:endParaRPr sz="17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editable-slide2-title"/>
          <p:cNvSpPr>
            <a:spLocks noGrp="1"/>
          </p:cNvSpPr>
          <p:nvPr/>
        </p:nvSpPr>
        <p:spPr>
          <a:xfrm>
            <a:off x="4857750" y="819150"/>
            <a:ext cx="666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4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航空航天到底学什么</a:t>
            </a:r>
            <a:endParaRPr sz="4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5" name="editable-aviation-panel"/>
          <p:cNvSpPr>
            <a:spLocks noGrp="1"/>
          </p:cNvSpPr>
          <p:nvPr/>
        </p:nvSpPr>
        <p:spPr>
          <a:xfrm>
            <a:off x="857250" y="1571625"/>
            <a:ext cx="6572250" cy="3095625"/>
          </a:xfrm>
          <a:custGeom>
            <a:avLst/>
            <a:gdLst/>
            <a:ahLst/>
            <a:cxnLst/>
            <a:pathLst>
              <a:path w="6572250" h="3095625">
                <a:moveTo>
                  <a:pt x="171450" y="0"/>
                </a:moveTo>
                <a:lnTo>
                  <a:pt x="6400800" y="0"/>
                </a:lnTo>
                <a:lnTo>
                  <a:pt x="6572250" y="171450"/>
                </a:lnTo>
                <a:lnTo>
                  <a:pt x="6572250" y="2924175"/>
                </a:lnTo>
                <a:lnTo>
                  <a:pt x="6400800" y="3095625"/>
                </a:lnTo>
                <a:lnTo>
                  <a:pt x="171450" y="3095625"/>
                </a:lnTo>
                <a:lnTo>
                  <a:pt x="0" y="2924175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56" name="editable-aviation-header-band"/>
          <p:cNvSpPr>
            <a:spLocks noGrp="1"/>
          </p:cNvSpPr>
          <p:nvPr/>
        </p:nvSpPr>
        <p:spPr>
          <a:xfrm>
            <a:off x="876300" y="1590675"/>
            <a:ext cx="6534150" cy="438150"/>
          </a:xfrm>
          <a:prstGeom prst="rect">
            <a:avLst/>
          </a:pr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157" name="editable-aviation-header-text"/>
          <p:cNvSpPr>
            <a:spLocks noGrp="1"/>
          </p:cNvSpPr>
          <p:nvPr/>
        </p:nvSpPr>
        <p:spPr>
          <a:xfrm>
            <a:off x="1047750" y="1647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航空： 大气层内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3" name="图片 4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60" y="2095500"/>
            <a:ext cx="5909830" cy="2000250"/>
          </a:xfrm>
          <a:prstGeom prst="rect">
            <a:avLst/>
          </a:prstGeom>
        </p:spPr>
      </p:pic>
      <p:sp>
        <p:nvSpPr>
          <p:cNvPr id="159" name="editable-aviation-bullet-dot-1"/>
          <p:cNvSpPr>
            <a:spLocks noGrp="1"/>
          </p:cNvSpPr>
          <p:nvPr/>
        </p:nvSpPr>
        <p:spPr>
          <a:xfrm>
            <a:off x="1123950" y="41243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8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editable-aviation-bullet-1"/>
          <p:cNvSpPr>
            <a:spLocks noGrp="1"/>
          </p:cNvSpPr>
          <p:nvPr/>
        </p:nvSpPr>
        <p:spPr>
          <a:xfrm>
            <a:off x="1447800" y="4143375"/>
            <a:ext cx="569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飞行器在大气层内飞行</a:t>
            </a:r>
            <a:endParaRPr sz="14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editable-aviation-bullet-dot-2"/>
          <p:cNvSpPr>
            <a:spLocks noGrp="1"/>
          </p:cNvSpPr>
          <p:nvPr/>
        </p:nvSpPr>
        <p:spPr>
          <a:xfrm>
            <a:off x="1123950" y="43815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8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editable-aviation-bullet-2"/>
          <p:cNvSpPr>
            <a:spLocks noGrp="1"/>
          </p:cNvSpPr>
          <p:nvPr/>
        </p:nvSpPr>
        <p:spPr>
          <a:xfrm>
            <a:off x="1447800" y="4400550"/>
            <a:ext cx="569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关注气动 / 结构 / 推进 / 控制</a:t>
            </a:r>
            <a:endParaRPr sz="14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editable-aerospace-panel"/>
          <p:cNvSpPr>
            <a:spLocks noGrp="1"/>
          </p:cNvSpPr>
          <p:nvPr/>
        </p:nvSpPr>
        <p:spPr>
          <a:xfrm>
            <a:off x="7858125" y="1571625"/>
            <a:ext cx="6572250" cy="3095625"/>
          </a:xfrm>
          <a:custGeom>
            <a:avLst/>
            <a:gdLst/>
            <a:ahLst/>
            <a:cxnLst/>
            <a:pathLst>
              <a:path w="6572250" h="3095625">
                <a:moveTo>
                  <a:pt x="171450" y="0"/>
                </a:moveTo>
                <a:lnTo>
                  <a:pt x="6400800" y="0"/>
                </a:lnTo>
                <a:lnTo>
                  <a:pt x="6572250" y="171450"/>
                </a:lnTo>
                <a:lnTo>
                  <a:pt x="6572250" y="2924175"/>
                </a:lnTo>
                <a:lnTo>
                  <a:pt x="6400800" y="3095625"/>
                </a:lnTo>
                <a:lnTo>
                  <a:pt x="171450" y="3095625"/>
                </a:lnTo>
                <a:lnTo>
                  <a:pt x="0" y="2924175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64" name="editable-aerospace-header-band"/>
          <p:cNvSpPr>
            <a:spLocks noGrp="1"/>
          </p:cNvSpPr>
          <p:nvPr/>
        </p:nvSpPr>
        <p:spPr>
          <a:xfrm>
            <a:off x="7877175" y="1590675"/>
            <a:ext cx="6534150" cy="438150"/>
          </a:xfrm>
          <a:prstGeom prst="rect">
            <a:avLst/>
          </a:pr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165" name="editable-aerospace-header-text"/>
          <p:cNvSpPr>
            <a:spLocks noGrp="1"/>
          </p:cNvSpPr>
          <p:nvPr/>
        </p:nvSpPr>
        <p:spPr>
          <a:xfrm>
            <a:off x="8048625" y="1647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航天： 外层空间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1" name="图片 4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775" y="2160710"/>
            <a:ext cx="6076950" cy="1869831"/>
          </a:xfrm>
          <a:prstGeom prst="rect">
            <a:avLst/>
          </a:prstGeom>
        </p:spPr>
      </p:pic>
      <p:sp>
        <p:nvSpPr>
          <p:cNvPr id="167" name="editable-aerospace-bullet-dot-1"/>
          <p:cNvSpPr>
            <a:spLocks noGrp="1"/>
          </p:cNvSpPr>
          <p:nvPr/>
        </p:nvSpPr>
        <p:spPr>
          <a:xfrm>
            <a:off x="8124825" y="41243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8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editable-aerospace-bullet-1"/>
          <p:cNvSpPr>
            <a:spLocks noGrp="1"/>
          </p:cNvSpPr>
          <p:nvPr/>
        </p:nvSpPr>
        <p:spPr>
          <a:xfrm>
            <a:off x="8448675" y="4143375"/>
            <a:ext cx="569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飞行器进入外层空间</a:t>
            </a:r>
            <a:endParaRPr sz="14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editable-aerospace-bullet-dot-2"/>
          <p:cNvSpPr>
            <a:spLocks noGrp="1"/>
          </p:cNvSpPr>
          <p:nvPr/>
        </p:nvSpPr>
        <p:spPr>
          <a:xfrm>
            <a:off x="8124825" y="43815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endParaRPr sz="18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" name="editable-aerospace-bullet-2"/>
          <p:cNvSpPr>
            <a:spLocks noGrp="1"/>
          </p:cNvSpPr>
          <p:nvPr/>
        </p:nvSpPr>
        <p:spPr>
          <a:xfrm>
            <a:off x="8448675" y="4400550"/>
            <a:ext cx="569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关注轨道 / 姿态 / 载荷 / 环境</a:t>
            </a:r>
            <a:endParaRPr sz="142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editable-system-panel"/>
          <p:cNvSpPr>
            <a:spLocks noGrp="1"/>
          </p:cNvSpPr>
          <p:nvPr/>
        </p:nvSpPr>
        <p:spPr>
          <a:xfrm>
            <a:off x="857250" y="4810125"/>
            <a:ext cx="13573125" cy="2047875"/>
          </a:xfrm>
          <a:custGeom>
            <a:avLst/>
            <a:gdLst/>
            <a:ahLst/>
            <a:cxnLst/>
            <a:pathLst>
              <a:path w="13573125" h="2047875">
                <a:moveTo>
                  <a:pt x="171450" y="0"/>
                </a:moveTo>
                <a:lnTo>
                  <a:pt x="13401675" y="0"/>
                </a:lnTo>
                <a:lnTo>
                  <a:pt x="13573125" y="171450"/>
                </a:lnTo>
                <a:lnTo>
                  <a:pt x="13573125" y="1876425"/>
                </a:lnTo>
                <a:lnTo>
                  <a:pt x="13401675" y="2047875"/>
                </a:lnTo>
                <a:lnTo>
                  <a:pt x="171450" y="2047875"/>
                </a:lnTo>
                <a:lnTo>
                  <a:pt x="0" y="1876425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72" name="editable-system-header-band"/>
          <p:cNvSpPr>
            <a:spLocks noGrp="1"/>
          </p:cNvSpPr>
          <p:nvPr/>
        </p:nvSpPr>
        <p:spPr>
          <a:xfrm>
            <a:off x="876300" y="4829175"/>
            <a:ext cx="13535025" cy="447675"/>
          </a:xfrm>
          <a:prstGeom prst="rect">
            <a:avLst/>
          </a:pr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173" name="editable-system-title"/>
          <p:cNvSpPr>
            <a:spLocks noGrp="1"/>
          </p:cNvSpPr>
          <p:nvPr/>
        </p:nvSpPr>
        <p:spPr>
          <a:xfrm>
            <a:off x="4476750" y="48958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系统工程： 五大核心组成</a:t>
            </a:r>
            <a:endParaRPr sz="23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直接连接符 173"/>
          <p:cNvSpPr>
            <a:spLocks noGrp="1"/>
          </p:cNvSpPr>
          <p:nvPr/>
        </p:nvSpPr>
        <p:spPr>
          <a:xfrm>
            <a:off x="3667125" y="5505450"/>
            <a:ext cx="0" cy="1314450"/>
          </a:xfrm>
          <a:prstGeom prst="line">
            <a:avLst/>
          </a:prstGeom>
          <a:noFill/>
          <a:ln w="10478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75" name="直接连接符 174"/>
          <p:cNvSpPr>
            <a:spLocks noGrp="1"/>
          </p:cNvSpPr>
          <p:nvPr/>
        </p:nvSpPr>
        <p:spPr>
          <a:xfrm>
            <a:off x="6286500" y="5505450"/>
            <a:ext cx="0" cy="1314450"/>
          </a:xfrm>
          <a:prstGeom prst="line">
            <a:avLst/>
          </a:prstGeom>
          <a:noFill/>
          <a:ln w="10478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76" name="直接连接符 175"/>
          <p:cNvSpPr>
            <a:spLocks noGrp="1"/>
          </p:cNvSpPr>
          <p:nvPr/>
        </p:nvSpPr>
        <p:spPr>
          <a:xfrm>
            <a:off x="8905875" y="5505450"/>
            <a:ext cx="0" cy="1314450"/>
          </a:xfrm>
          <a:prstGeom prst="line">
            <a:avLst/>
          </a:prstGeom>
          <a:noFill/>
          <a:ln w="10478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11525250" y="5505450"/>
            <a:ext cx="0" cy="1314450"/>
          </a:xfrm>
          <a:prstGeom prst="line">
            <a:avLst/>
          </a:prstGeom>
          <a:noFill/>
          <a:ln w="10478">
            <a:solidFill>
              <a:srgbClr val="07386E">
                <a:alpha val="70000"/>
              </a:srgbClr>
            </a:solidFill>
            <a:prstDash val="solid"/>
          </a:ln>
        </p:spPr>
      </p:sp>
      <p:pic>
        <p:nvPicPr>
          <p:cNvPr id="473" name="图片 4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00" y="5377392"/>
            <a:ext cx="819150" cy="637117"/>
          </a:xfrm>
          <a:prstGeom prst="rect">
            <a:avLst/>
          </a:prstGeom>
        </p:spPr>
      </p:pic>
      <p:sp>
        <p:nvSpPr>
          <p:cNvPr id="179" name="editable-system-label-1"/>
          <p:cNvSpPr>
            <a:spLocks noGrp="1"/>
          </p:cNvSpPr>
          <p:nvPr/>
        </p:nvSpPr>
        <p:spPr>
          <a:xfrm>
            <a:off x="1381125" y="60579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气动</a:t>
            </a:r>
            <a:endParaRPr sz="180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editable-system-desc-1"/>
          <p:cNvSpPr>
            <a:spLocks noGrp="1"/>
          </p:cNvSpPr>
          <p:nvPr/>
        </p:nvSpPr>
        <p:spPr>
          <a:xfrm>
            <a:off x="1333500" y="6362700"/>
            <a:ext cx="1952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空气动力学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气动布局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6" name="图片 47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177" y="5372100"/>
            <a:ext cx="747346" cy="647700"/>
          </a:xfrm>
          <a:prstGeom prst="rect">
            <a:avLst/>
          </a:prstGeom>
        </p:spPr>
      </p:pic>
      <p:sp>
        <p:nvSpPr>
          <p:cNvPr id="182" name="editable-system-label-2"/>
          <p:cNvSpPr>
            <a:spLocks noGrp="1"/>
          </p:cNvSpPr>
          <p:nvPr/>
        </p:nvSpPr>
        <p:spPr>
          <a:xfrm>
            <a:off x="4000500" y="60579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</a:t>
            </a:r>
            <a:endParaRPr sz="180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" name="editable-system-desc-2"/>
          <p:cNvSpPr>
            <a:spLocks noGrp="1"/>
          </p:cNvSpPr>
          <p:nvPr/>
        </p:nvSpPr>
        <p:spPr>
          <a:xfrm>
            <a:off x="3952875" y="6362700"/>
            <a:ext cx="1952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结构力学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强度与轻量化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9" name="图片 4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552" y="5372100"/>
            <a:ext cx="747346" cy="647700"/>
          </a:xfrm>
          <a:prstGeom prst="rect">
            <a:avLst/>
          </a:prstGeom>
        </p:spPr>
      </p:pic>
      <p:sp>
        <p:nvSpPr>
          <p:cNvPr id="185" name="editable-system-label-3"/>
          <p:cNvSpPr>
            <a:spLocks noGrp="1"/>
          </p:cNvSpPr>
          <p:nvPr/>
        </p:nvSpPr>
        <p:spPr>
          <a:xfrm>
            <a:off x="6619875" y="60579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动力</a:t>
            </a:r>
            <a:endParaRPr sz="180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editable-system-desc-3"/>
          <p:cNvSpPr>
            <a:spLocks noGrp="1"/>
          </p:cNvSpPr>
          <p:nvPr/>
        </p:nvSpPr>
        <p:spPr>
          <a:xfrm>
            <a:off x="6572250" y="6362700"/>
            <a:ext cx="1952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发动机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推进系统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025" y="5417090"/>
            <a:ext cx="819150" cy="557719"/>
          </a:xfrm>
          <a:prstGeom prst="rect">
            <a:avLst/>
          </a:prstGeom>
        </p:spPr>
      </p:pic>
      <p:sp>
        <p:nvSpPr>
          <p:cNvPr id="188" name="editable-system-label-4"/>
          <p:cNvSpPr>
            <a:spLocks noGrp="1"/>
          </p:cNvSpPr>
          <p:nvPr/>
        </p:nvSpPr>
        <p:spPr>
          <a:xfrm>
            <a:off x="9239250" y="60579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endParaRPr sz="180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editable-system-desc-4"/>
          <p:cNvSpPr>
            <a:spLocks noGrp="1"/>
          </p:cNvSpPr>
          <p:nvPr/>
        </p:nvSpPr>
        <p:spPr>
          <a:xfrm>
            <a:off x="9191625" y="6362700"/>
            <a:ext cx="1952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飞行控制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导航与制导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5" name="图片 4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65355" y="5372100"/>
            <a:ext cx="777240" cy="647700"/>
          </a:xfrm>
          <a:prstGeom prst="rect">
            <a:avLst/>
          </a:prstGeom>
        </p:spPr>
      </p:pic>
      <p:sp>
        <p:nvSpPr>
          <p:cNvPr id="191" name="editable-system-label-5"/>
          <p:cNvSpPr>
            <a:spLocks noGrp="1"/>
          </p:cNvSpPr>
          <p:nvPr/>
        </p:nvSpPr>
        <p:spPr>
          <a:xfrm>
            <a:off x="11858625" y="60579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生命保障</a:t>
            </a:r>
            <a:endParaRPr sz="180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editable-system-desc-5"/>
          <p:cNvSpPr>
            <a:spLocks noGrp="1"/>
          </p:cNvSpPr>
          <p:nvPr/>
        </p:nvSpPr>
        <p:spPr>
          <a:xfrm>
            <a:off x="11811000" y="6362700"/>
            <a:ext cx="1952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环境控制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生命支持</a:t>
            </a:r>
            <a:endParaRPr sz="1275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editable-timeline-panel"/>
          <p:cNvSpPr>
            <a:spLocks noGrp="1"/>
          </p:cNvSpPr>
          <p:nvPr/>
        </p:nvSpPr>
        <p:spPr>
          <a:xfrm>
            <a:off x="857250" y="7048500"/>
            <a:ext cx="13573125" cy="1066800"/>
          </a:xfrm>
          <a:custGeom>
            <a:avLst/>
            <a:gdLst/>
            <a:ahLst/>
            <a:cxnLst/>
            <a:pathLst>
              <a:path w="13573125" h="1066800">
                <a:moveTo>
                  <a:pt x="171450" y="0"/>
                </a:moveTo>
                <a:lnTo>
                  <a:pt x="13401675" y="0"/>
                </a:lnTo>
                <a:lnTo>
                  <a:pt x="13573125" y="171450"/>
                </a:lnTo>
                <a:lnTo>
                  <a:pt x="13573125" y="895350"/>
                </a:lnTo>
                <a:lnTo>
                  <a:pt x="13401675" y="1066800"/>
                </a:lnTo>
                <a:lnTo>
                  <a:pt x="171450" y="1066800"/>
                </a:lnTo>
                <a:lnTo>
                  <a:pt x="0" y="895350"/>
                </a:lnTo>
                <a:lnTo>
                  <a:pt x="0" y="171450"/>
                </a:lnTo>
                <a:close/>
              </a:path>
            </a:pathLst>
          </a:custGeom>
          <a:solidFill>
            <a:srgbClr val="F8F8F3"/>
          </a:solidFill>
          <a:ln w="19050">
            <a:solidFill>
              <a:srgbClr val="0B3B73"/>
            </a:solidFill>
            <a:prstDash val="solid"/>
          </a:ln>
        </p:spPr>
      </p:sp>
      <p:sp>
        <p:nvSpPr>
          <p:cNvPr id="194" name="editable-timeline-title"/>
          <p:cNvSpPr>
            <a:spLocks noGrp="1"/>
          </p:cNvSpPr>
          <p:nvPr/>
        </p:nvSpPr>
        <p:spPr>
          <a:xfrm>
            <a:off x="5857875" y="716280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发展历程（简要时间线）</a:t>
            </a:r>
            <a:endParaRPr sz="180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直接连接符 194"/>
          <p:cNvSpPr>
            <a:spLocks noGrp="1"/>
          </p:cNvSpPr>
          <p:nvPr/>
        </p:nvSpPr>
        <p:spPr>
          <a:xfrm>
            <a:off x="1066800" y="7829550"/>
            <a:ext cx="13030200" cy="0"/>
          </a:xfrm>
          <a:prstGeom prst="line">
            <a:avLst/>
          </a:prstGeom>
          <a:noFill/>
          <a:ln w="19050">
            <a:solidFill>
              <a:srgbClr val="07386E"/>
            </a:solidFill>
            <a:prstDash val="solid"/>
          </a:ln>
        </p:spPr>
      </p:sp>
      <p:sp>
        <p:nvSpPr>
          <p:cNvPr id="196" name="editable-timeline-arrow"/>
          <p:cNvSpPr>
            <a:spLocks noGrp="1"/>
          </p:cNvSpPr>
          <p:nvPr/>
        </p:nvSpPr>
        <p:spPr>
          <a:xfrm>
            <a:off x="13963650" y="7753350"/>
            <a:ext cx="190500" cy="152400"/>
          </a:xfrm>
          <a:custGeom>
            <a:avLst/>
            <a:gdLst/>
            <a:ahLst/>
            <a:cxnLst/>
            <a:pathLst>
              <a:path w="190500" h="152400">
                <a:moveTo>
                  <a:pt x="0" y="0"/>
                </a:moveTo>
                <a:lnTo>
                  <a:pt x="1905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197" name="editable-timeline-point-1"/>
          <p:cNvSpPr>
            <a:spLocks noGrp="1"/>
          </p:cNvSpPr>
          <p:nvPr/>
        </p:nvSpPr>
        <p:spPr>
          <a:xfrm>
            <a:off x="2181225" y="7724775"/>
            <a:ext cx="209550" cy="209550"/>
          </a:xfrm>
          <a:prstGeom prst="ellipse">
            <a:avLst/>
          </a:prstGeom>
          <a:solidFill>
            <a:srgbClr val="F8F8F3"/>
          </a:solidFill>
          <a:ln w="23813">
            <a:solidFill>
              <a:srgbClr val="07386E"/>
            </a:solidFill>
            <a:prstDash val="solid"/>
          </a:ln>
        </p:spPr>
      </p:sp>
      <p:sp>
        <p:nvSpPr>
          <p:cNvPr id="198" name="editable-timeline-label-1"/>
          <p:cNvSpPr>
            <a:spLocks noGrp="1"/>
          </p:cNvSpPr>
          <p:nvPr/>
        </p:nvSpPr>
        <p:spPr>
          <a:xfrm>
            <a:off x="1504950" y="744855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萌芽探索</a:t>
            </a:r>
            <a:endParaRPr sz="13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9" name="editable-timeline-point-2"/>
          <p:cNvSpPr>
            <a:spLocks noGrp="1"/>
          </p:cNvSpPr>
          <p:nvPr/>
        </p:nvSpPr>
        <p:spPr>
          <a:xfrm>
            <a:off x="4848225" y="7724775"/>
            <a:ext cx="209550" cy="209550"/>
          </a:xfrm>
          <a:prstGeom prst="ellipse">
            <a:avLst/>
          </a:prstGeom>
          <a:solidFill>
            <a:srgbClr val="F8F8F3"/>
          </a:solidFill>
          <a:ln w="23813">
            <a:solidFill>
              <a:srgbClr val="07386E"/>
            </a:solidFill>
            <a:prstDash val="solid"/>
          </a:ln>
        </p:spPr>
      </p:sp>
      <p:sp>
        <p:nvSpPr>
          <p:cNvPr id="200" name="editable-timeline-label-2"/>
          <p:cNvSpPr>
            <a:spLocks noGrp="1"/>
          </p:cNvSpPr>
          <p:nvPr/>
        </p:nvSpPr>
        <p:spPr>
          <a:xfrm>
            <a:off x="4171950" y="744855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飞行器诞生</a:t>
            </a:r>
            <a:endParaRPr sz="13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editable-timeline-point-3"/>
          <p:cNvSpPr>
            <a:spLocks noGrp="1"/>
          </p:cNvSpPr>
          <p:nvPr/>
        </p:nvSpPr>
        <p:spPr>
          <a:xfrm>
            <a:off x="7534275" y="7724775"/>
            <a:ext cx="209550" cy="209550"/>
          </a:xfrm>
          <a:prstGeom prst="ellipse">
            <a:avLst/>
          </a:prstGeom>
          <a:solidFill>
            <a:srgbClr val="F8F8F3"/>
          </a:solidFill>
          <a:ln w="23813">
            <a:solidFill>
              <a:srgbClr val="07386E"/>
            </a:solidFill>
            <a:prstDash val="solid"/>
          </a:ln>
        </p:spPr>
      </p:sp>
      <p:sp>
        <p:nvSpPr>
          <p:cNvPr id="202" name="editable-timeline-label-3"/>
          <p:cNvSpPr>
            <a:spLocks noGrp="1"/>
          </p:cNvSpPr>
          <p:nvPr/>
        </p:nvSpPr>
        <p:spPr>
          <a:xfrm>
            <a:off x="6858000" y="744855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喷气时代</a:t>
            </a:r>
            <a:endParaRPr sz="13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editable-timeline-point-4"/>
          <p:cNvSpPr>
            <a:spLocks noGrp="1"/>
          </p:cNvSpPr>
          <p:nvPr/>
        </p:nvSpPr>
        <p:spPr>
          <a:xfrm>
            <a:off x="10182225" y="7724775"/>
            <a:ext cx="209550" cy="209550"/>
          </a:xfrm>
          <a:prstGeom prst="ellipse">
            <a:avLst/>
          </a:prstGeom>
          <a:solidFill>
            <a:srgbClr val="F8F8F3"/>
          </a:solidFill>
          <a:ln w="23813">
            <a:solidFill>
              <a:srgbClr val="07386E"/>
            </a:solidFill>
            <a:prstDash val="solid"/>
          </a:ln>
        </p:spPr>
      </p:sp>
      <p:sp>
        <p:nvSpPr>
          <p:cNvPr id="204" name="editable-timeline-label-4"/>
          <p:cNvSpPr>
            <a:spLocks noGrp="1"/>
          </p:cNvSpPr>
          <p:nvPr/>
        </p:nvSpPr>
        <p:spPr>
          <a:xfrm>
            <a:off x="9505950" y="744855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航天时代</a:t>
            </a:r>
            <a:endParaRPr sz="13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editable-timeline-point-5"/>
          <p:cNvSpPr>
            <a:spLocks noGrp="1"/>
          </p:cNvSpPr>
          <p:nvPr/>
        </p:nvSpPr>
        <p:spPr>
          <a:xfrm>
            <a:off x="12773025" y="7724775"/>
            <a:ext cx="209550" cy="209550"/>
          </a:xfrm>
          <a:prstGeom prst="ellipse">
            <a:avLst/>
          </a:prstGeom>
          <a:solidFill>
            <a:srgbClr val="F8F8F3"/>
          </a:solidFill>
          <a:ln w="23813">
            <a:solidFill>
              <a:srgbClr val="07386E"/>
            </a:solidFill>
            <a:prstDash val="solid"/>
          </a:ln>
        </p:spPr>
      </p:sp>
      <p:sp>
        <p:nvSpPr>
          <p:cNvPr id="206" name="editable-timeline-label-5"/>
          <p:cNvSpPr>
            <a:spLocks noGrp="1"/>
          </p:cNvSpPr>
          <p:nvPr/>
        </p:nvSpPr>
        <p:spPr>
          <a:xfrm>
            <a:off x="12096750" y="744855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智能空天</a:t>
            </a:r>
            <a:endParaRPr sz="13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bottom-navy-band"/>
          <p:cNvSpPr>
            <a:spLocks noGrp="1"/>
          </p:cNvSpPr>
          <p:nvPr/>
        </p:nvSpPr>
        <p:spPr>
          <a:xfrm>
            <a:off x="133350" y="8210550"/>
            <a:ext cx="14973300" cy="342900"/>
          </a:xfrm>
          <a:prstGeom prst="rect">
            <a:avLst/>
          </a:pr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208" name="直接连接符 207"/>
          <p:cNvSpPr>
            <a:spLocks noGrp="1"/>
          </p:cNvSpPr>
          <p:nvPr/>
        </p:nvSpPr>
        <p:spPr>
          <a:xfrm>
            <a:off x="190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9" name="直接连接符 208"/>
          <p:cNvSpPr>
            <a:spLocks noGrp="1"/>
          </p:cNvSpPr>
          <p:nvPr/>
        </p:nvSpPr>
        <p:spPr>
          <a:xfrm>
            <a:off x="419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0" name="直接连接符 209"/>
          <p:cNvSpPr>
            <a:spLocks noGrp="1"/>
          </p:cNvSpPr>
          <p:nvPr/>
        </p:nvSpPr>
        <p:spPr>
          <a:xfrm>
            <a:off x="647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1" name="直接连接符 210"/>
          <p:cNvSpPr>
            <a:spLocks noGrp="1"/>
          </p:cNvSpPr>
          <p:nvPr/>
        </p:nvSpPr>
        <p:spPr>
          <a:xfrm>
            <a:off x="876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2" name="直接连接符 211"/>
          <p:cNvSpPr>
            <a:spLocks noGrp="1"/>
          </p:cNvSpPr>
          <p:nvPr/>
        </p:nvSpPr>
        <p:spPr>
          <a:xfrm>
            <a:off x="1104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3" name="直接连接符 212"/>
          <p:cNvSpPr>
            <a:spLocks noGrp="1"/>
          </p:cNvSpPr>
          <p:nvPr/>
        </p:nvSpPr>
        <p:spPr>
          <a:xfrm>
            <a:off x="1333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4" name="直接连接符 213"/>
          <p:cNvSpPr>
            <a:spLocks noGrp="1"/>
          </p:cNvSpPr>
          <p:nvPr/>
        </p:nvSpPr>
        <p:spPr>
          <a:xfrm>
            <a:off x="1562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5" name="直接连接符 214"/>
          <p:cNvSpPr>
            <a:spLocks noGrp="1"/>
          </p:cNvSpPr>
          <p:nvPr/>
        </p:nvSpPr>
        <p:spPr>
          <a:xfrm>
            <a:off x="1790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6" name="直接连接符 215"/>
          <p:cNvSpPr>
            <a:spLocks noGrp="1"/>
          </p:cNvSpPr>
          <p:nvPr/>
        </p:nvSpPr>
        <p:spPr>
          <a:xfrm>
            <a:off x="2019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7" name="直接连接符 216"/>
          <p:cNvSpPr>
            <a:spLocks noGrp="1"/>
          </p:cNvSpPr>
          <p:nvPr/>
        </p:nvSpPr>
        <p:spPr>
          <a:xfrm>
            <a:off x="2247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8" name="直接连接符 217"/>
          <p:cNvSpPr>
            <a:spLocks noGrp="1"/>
          </p:cNvSpPr>
          <p:nvPr/>
        </p:nvSpPr>
        <p:spPr>
          <a:xfrm>
            <a:off x="2476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9" name="直接连接符 218"/>
          <p:cNvSpPr>
            <a:spLocks noGrp="1"/>
          </p:cNvSpPr>
          <p:nvPr/>
        </p:nvSpPr>
        <p:spPr>
          <a:xfrm>
            <a:off x="2705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0" name="直接连接符 219"/>
          <p:cNvSpPr>
            <a:spLocks noGrp="1"/>
          </p:cNvSpPr>
          <p:nvPr/>
        </p:nvSpPr>
        <p:spPr>
          <a:xfrm>
            <a:off x="2933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1" name="直接连接符 220"/>
          <p:cNvSpPr>
            <a:spLocks noGrp="1"/>
          </p:cNvSpPr>
          <p:nvPr/>
        </p:nvSpPr>
        <p:spPr>
          <a:xfrm>
            <a:off x="3162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2" name="直接连接符 221"/>
          <p:cNvSpPr>
            <a:spLocks noGrp="1"/>
          </p:cNvSpPr>
          <p:nvPr/>
        </p:nvSpPr>
        <p:spPr>
          <a:xfrm>
            <a:off x="3390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3" name="直接连接符 222"/>
          <p:cNvSpPr>
            <a:spLocks noGrp="1"/>
          </p:cNvSpPr>
          <p:nvPr/>
        </p:nvSpPr>
        <p:spPr>
          <a:xfrm>
            <a:off x="3619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4" name="直接连接符 223"/>
          <p:cNvSpPr>
            <a:spLocks noGrp="1"/>
          </p:cNvSpPr>
          <p:nvPr/>
        </p:nvSpPr>
        <p:spPr>
          <a:xfrm>
            <a:off x="3848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5" name="直接连接符 224"/>
          <p:cNvSpPr>
            <a:spLocks noGrp="1"/>
          </p:cNvSpPr>
          <p:nvPr/>
        </p:nvSpPr>
        <p:spPr>
          <a:xfrm>
            <a:off x="4076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6" name="直接连接符 225"/>
          <p:cNvSpPr>
            <a:spLocks noGrp="1"/>
          </p:cNvSpPr>
          <p:nvPr/>
        </p:nvSpPr>
        <p:spPr>
          <a:xfrm>
            <a:off x="4305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7" name="直接连接符 226"/>
          <p:cNvSpPr>
            <a:spLocks noGrp="1"/>
          </p:cNvSpPr>
          <p:nvPr/>
        </p:nvSpPr>
        <p:spPr>
          <a:xfrm>
            <a:off x="4533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8" name="直接连接符 227"/>
          <p:cNvSpPr>
            <a:spLocks noGrp="1"/>
          </p:cNvSpPr>
          <p:nvPr/>
        </p:nvSpPr>
        <p:spPr>
          <a:xfrm>
            <a:off x="4762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9" name="直接连接符 228"/>
          <p:cNvSpPr>
            <a:spLocks noGrp="1"/>
          </p:cNvSpPr>
          <p:nvPr/>
        </p:nvSpPr>
        <p:spPr>
          <a:xfrm>
            <a:off x="4991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0" name="直接连接符 229"/>
          <p:cNvSpPr>
            <a:spLocks noGrp="1"/>
          </p:cNvSpPr>
          <p:nvPr/>
        </p:nvSpPr>
        <p:spPr>
          <a:xfrm>
            <a:off x="5219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1" name="直接连接符 230"/>
          <p:cNvSpPr>
            <a:spLocks noGrp="1"/>
          </p:cNvSpPr>
          <p:nvPr/>
        </p:nvSpPr>
        <p:spPr>
          <a:xfrm>
            <a:off x="5448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2" name="直接连接符 231"/>
          <p:cNvSpPr>
            <a:spLocks noGrp="1"/>
          </p:cNvSpPr>
          <p:nvPr/>
        </p:nvSpPr>
        <p:spPr>
          <a:xfrm>
            <a:off x="5676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3" name="直接连接符 232"/>
          <p:cNvSpPr>
            <a:spLocks noGrp="1"/>
          </p:cNvSpPr>
          <p:nvPr/>
        </p:nvSpPr>
        <p:spPr>
          <a:xfrm>
            <a:off x="5905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4" name="直接连接符 233"/>
          <p:cNvSpPr>
            <a:spLocks noGrp="1"/>
          </p:cNvSpPr>
          <p:nvPr/>
        </p:nvSpPr>
        <p:spPr>
          <a:xfrm>
            <a:off x="6134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5" name="直接连接符 234"/>
          <p:cNvSpPr>
            <a:spLocks noGrp="1"/>
          </p:cNvSpPr>
          <p:nvPr/>
        </p:nvSpPr>
        <p:spPr>
          <a:xfrm>
            <a:off x="6362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6" name="直接连接符 235"/>
          <p:cNvSpPr>
            <a:spLocks noGrp="1"/>
          </p:cNvSpPr>
          <p:nvPr/>
        </p:nvSpPr>
        <p:spPr>
          <a:xfrm>
            <a:off x="6591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7" name="直接连接符 236"/>
          <p:cNvSpPr>
            <a:spLocks noGrp="1"/>
          </p:cNvSpPr>
          <p:nvPr/>
        </p:nvSpPr>
        <p:spPr>
          <a:xfrm>
            <a:off x="6819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8" name="直接连接符 237"/>
          <p:cNvSpPr>
            <a:spLocks noGrp="1"/>
          </p:cNvSpPr>
          <p:nvPr/>
        </p:nvSpPr>
        <p:spPr>
          <a:xfrm>
            <a:off x="7048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9" name="直接连接符 238"/>
          <p:cNvSpPr>
            <a:spLocks noGrp="1"/>
          </p:cNvSpPr>
          <p:nvPr/>
        </p:nvSpPr>
        <p:spPr>
          <a:xfrm>
            <a:off x="7277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0" name="直接连接符 239"/>
          <p:cNvSpPr>
            <a:spLocks noGrp="1"/>
          </p:cNvSpPr>
          <p:nvPr/>
        </p:nvSpPr>
        <p:spPr>
          <a:xfrm>
            <a:off x="7505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1" name="直接连接符 240"/>
          <p:cNvSpPr>
            <a:spLocks noGrp="1"/>
          </p:cNvSpPr>
          <p:nvPr/>
        </p:nvSpPr>
        <p:spPr>
          <a:xfrm>
            <a:off x="7734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2" name="直接连接符 241"/>
          <p:cNvSpPr>
            <a:spLocks noGrp="1"/>
          </p:cNvSpPr>
          <p:nvPr/>
        </p:nvSpPr>
        <p:spPr>
          <a:xfrm>
            <a:off x="7962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3" name="直接连接符 242"/>
          <p:cNvSpPr>
            <a:spLocks noGrp="1"/>
          </p:cNvSpPr>
          <p:nvPr/>
        </p:nvSpPr>
        <p:spPr>
          <a:xfrm>
            <a:off x="8191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4" name="直接连接符 243"/>
          <p:cNvSpPr>
            <a:spLocks noGrp="1"/>
          </p:cNvSpPr>
          <p:nvPr/>
        </p:nvSpPr>
        <p:spPr>
          <a:xfrm>
            <a:off x="8420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5" name="直接连接符 244"/>
          <p:cNvSpPr>
            <a:spLocks noGrp="1"/>
          </p:cNvSpPr>
          <p:nvPr/>
        </p:nvSpPr>
        <p:spPr>
          <a:xfrm>
            <a:off x="8648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6" name="直接连接符 245"/>
          <p:cNvSpPr>
            <a:spLocks noGrp="1"/>
          </p:cNvSpPr>
          <p:nvPr/>
        </p:nvSpPr>
        <p:spPr>
          <a:xfrm>
            <a:off x="8877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7" name="直接连接符 246"/>
          <p:cNvSpPr>
            <a:spLocks noGrp="1"/>
          </p:cNvSpPr>
          <p:nvPr/>
        </p:nvSpPr>
        <p:spPr>
          <a:xfrm>
            <a:off x="9105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8" name="直接连接符 247"/>
          <p:cNvSpPr>
            <a:spLocks noGrp="1"/>
          </p:cNvSpPr>
          <p:nvPr/>
        </p:nvSpPr>
        <p:spPr>
          <a:xfrm>
            <a:off x="9334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9" name="直接连接符 248"/>
          <p:cNvSpPr>
            <a:spLocks noGrp="1"/>
          </p:cNvSpPr>
          <p:nvPr/>
        </p:nvSpPr>
        <p:spPr>
          <a:xfrm>
            <a:off x="9563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0" name="直接连接符 249"/>
          <p:cNvSpPr>
            <a:spLocks noGrp="1"/>
          </p:cNvSpPr>
          <p:nvPr/>
        </p:nvSpPr>
        <p:spPr>
          <a:xfrm>
            <a:off x="9791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1" name="直接连接符 250"/>
          <p:cNvSpPr>
            <a:spLocks noGrp="1"/>
          </p:cNvSpPr>
          <p:nvPr/>
        </p:nvSpPr>
        <p:spPr>
          <a:xfrm>
            <a:off x="10020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2" name="直接连接符 251"/>
          <p:cNvSpPr>
            <a:spLocks noGrp="1"/>
          </p:cNvSpPr>
          <p:nvPr/>
        </p:nvSpPr>
        <p:spPr>
          <a:xfrm>
            <a:off x="10248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3" name="直接连接符 252"/>
          <p:cNvSpPr>
            <a:spLocks noGrp="1"/>
          </p:cNvSpPr>
          <p:nvPr/>
        </p:nvSpPr>
        <p:spPr>
          <a:xfrm>
            <a:off x="10477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4" name="直接连接符 253"/>
          <p:cNvSpPr>
            <a:spLocks noGrp="1"/>
          </p:cNvSpPr>
          <p:nvPr/>
        </p:nvSpPr>
        <p:spPr>
          <a:xfrm>
            <a:off x="10706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5" name="直接连接符 254"/>
          <p:cNvSpPr>
            <a:spLocks noGrp="1"/>
          </p:cNvSpPr>
          <p:nvPr/>
        </p:nvSpPr>
        <p:spPr>
          <a:xfrm>
            <a:off x="10934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6" name="直接连接符 255"/>
          <p:cNvSpPr>
            <a:spLocks noGrp="1"/>
          </p:cNvSpPr>
          <p:nvPr/>
        </p:nvSpPr>
        <p:spPr>
          <a:xfrm>
            <a:off x="11163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7" name="直接连接符 256"/>
          <p:cNvSpPr>
            <a:spLocks noGrp="1"/>
          </p:cNvSpPr>
          <p:nvPr/>
        </p:nvSpPr>
        <p:spPr>
          <a:xfrm>
            <a:off x="11391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8" name="直接连接符 257"/>
          <p:cNvSpPr>
            <a:spLocks noGrp="1"/>
          </p:cNvSpPr>
          <p:nvPr/>
        </p:nvSpPr>
        <p:spPr>
          <a:xfrm>
            <a:off x="11620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9" name="直接连接符 258"/>
          <p:cNvSpPr>
            <a:spLocks noGrp="1"/>
          </p:cNvSpPr>
          <p:nvPr/>
        </p:nvSpPr>
        <p:spPr>
          <a:xfrm>
            <a:off x="11849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0" name="直接连接符 259"/>
          <p:cNvSpPr>
            <a:spLocks noGrp="1"/>
          </p:cNvSpPr>
          <p:nvPr/>
        </p:nvSpPr>
        <p:spPr>
          <a:xfrm>
            <a:off x="12077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1" name="直接连接符 260"/>
          <p:cNvSpPr>
            <a:spLocks noGrp="1"/>
          </p:cNvSpPr>
          <p:nvPr/>
        </p:nvSpPr>
        <p:spPr>
          <a:xfrm>
            <a:off x="12306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2" name="直接连接符 261"/>
          <p:cNvSpPr>
            <a:spLocks noGrp="1"/>
          </p:cNvSpPr>
          <p:nvPr/>
        </p:nvSpPr>
        <p:spPr>
          <a:xfrm>
            <a:off x="12534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3" name="直接连接符 262"/>
          <p:cNvSpPr>
            <a:spLocks noGrp="1"/>
          </p:cNvSpPr>
          <p:nvPr/>
        </p:nvSpPr>
        <p:spPr>
          <a:xfrm>
            <a:off x="12763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4" name="直接连接符 263"/>
          <p:cNvSpPr>
            <a:spLocks noGrp="1"/>
          </p:cNvSpPr>
          <p:nvPr/>
        </p:nvSpPr>
        <p:spPr>
          <a:xfrm>
            <a:off x="12992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5" name="直接连接符 264"/>
          <p:cNvSpPr>
            <a:spLocks noGrp="1"/>
          </p:cNvSpPr>
          <p:nvPr/>
        </p:nvSpPr>
        <p:spPr>
          <a:xfrm>
            <a:off x="13220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6" name="直接连接符 265"/>
          <p:cNvSpPr>
            <a:spLocks noGrp="1"/>
          </p:cNvSpPr>
          <p:nvPr/>
        </p:nvSpPr>
        <p:spPr>
          <a:xfrm>
            <a:off x="13449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7" name="直接连接符 266"/>
          <p:cNvSpPr>
            <a:spLocks noGrp="1"/>
          </p:cNvSpPr>
          <p:nvPr/>
        </p:nvSpPr>
        <p:spPr>
          <a:xfrm>
            <a:off x="13677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8" name="直接连接符 267"/>
          <p:cNvSpPr>
            <a:spLocks noGrp="1"/>
          </p:cNvSpPr>
          <p:nvPr/>
        </p:nvSpPr>
        <p:spPr>
          <a:xfrm>
            <a:off x="13906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9" name="直接连接符 268"/>
          <p:cNvSpPr>
            <a:spLocks noGrp="1"/>
          </p:cNvSpPr>
          <p:nvPr/>
        </p:nvSpPr>
        <p:spPr>
          <a:xfrm>
            <a:off x="141351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70" name="直接连接符 269"/>
          <p:cNvSpPr>
            <a:spLocks noGrp="1"/>
          </p:cNvSpPr>
          <p:nvPr/>
        </p:nvSpPr>
        <p:spPr>
          <a:xfrm>
            <a:off x="143637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71" name="直接连接符 270"/>
          <p:cNvSpPr>
            <a:spLocks noGrp="1"/>
          </p:cNvSpPr>
          <p:nvPr/>
        </p:nvSpPr>
        <p:spPr>
          <a:xfrm>
            <a:off x="145923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72" name="直接连接符 271"/>
          <p:cNvSpPr>
            <a:spLocks noGrp="1"/>
          </p:cNvSpPr>
          <p:nvPr/>
        </p:nvSpPr>
        <p:spPr>
          <a:xfrm>
            <a:off x="148209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73" name="直接连接符 272"/>
          <p:cNvSpPr>
            <a:spLocks noGrp="1"/>
          </p:cNvSpPr>
          <p:nvPr/>
        </p:nvSpPr>
        <p:spPr>
          <a:xfrm>
            <a:off x="15049500" y="8210550"/>
            <a:ext cx="0" cy="342900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74" name="editable-footer"/>
          <p:cNvSpPr>
            <a:spLocks noGrp="1"/>
          </p:cNvSpPr>
          <p:nvPr/>
        </p:nvSpPr>
        <p:spPr>
          <a:xfrm>
            <a:off x="361950" y="82486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航空航天  |  探索 · 工程 · 未来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5" name="直接连接符 274"/>
          <p:cNvSpPr>
            <a:spLocks noGrp="1"/>
          </p:cNvSpPr>
          <p:nvPr/>
        </p:nvSpPr>
        <p:spPr>
          <a:xfrm>
            <a:off x="171450" y="1428750"/>
            <a:ext cx="1524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6" name="直接连接符 275"/>
          <p:cNvSpPr>
            <a:spLocks noGrp="1"/>
          </p:cNvSpPr>
          <p:nvPr/>
        </p:nvSpPr>
        <p:spPr>
          <a:xfrm>
            <a:off x="247650" y="1352550"/>
            <a:ext cx="0" cy="1524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7" name="直接连接符 276"/>
          <p:cNvSpPr>
            <a:spLocks noGrp="1"/>
          </p:cNvSpPr>
          <p:nvPr/>
        </p:nvSpPr>
        <p:spPr>
          <a:xfrm>
            <a:off x="14925675" y="1428750"/>
            <a:ext cx="1524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8" name="直接连接符 277"/>
          <p:cNvSpPr>
            <a:spLocks noGrp="1"/>
          </p:cNvSpPr>
          <p:nvPr/>
        </p:nvSpPr>
        <p:spPr>
          <a:xfrm>
            <a:off x="15001875" y="1352550"/>
            <a:ext cx="0" cy="1524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9" name="直接连接符 278"/>
          <p:cNvSpPr>
            <a:spLocks noGrp="1"/>
          </p:cNvSpPr>
          <p:nvPr/>
        </p:nvSpPr>
        <p:spPr>
          <a:xfrm>
            <a:off x="171450" y="7334250"/>
            <a:ext cx="1524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80" name="直接连接符 279"/>
          <p:cNvSpPr>
            <a:spLocks noGrp="1"/>
          </p:cNvSpPr>
          <p:nvPr/>
        </p:nvSpPr>
        <p:spPr>
          <a:xfrm>
            <a:off x="247650" y="7258050"/>
            <a:ext cx="0" cy="1524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81" name="直接连接符 280"/>
          <p:cNvSpPr>
            <a:spLocks noGrp="1"/>
          </p:cNvSpPr>
          <p:nvPr/>
        </p:nvSpPr>
        <p:spPr>
          <a:xfrm>
            <a:off x="13401675" y="8439150"/>
            <a:ext cx="1524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82" name="直接连接符 281"/>
          <p:cNvSpPr>
            <a:spLocks noGrp="1"/>
          </p:cNvSpPr>
          <p:nvPr/>
        </p:nvSpPr>
        <p:spPr>
          <a:xfrm>
            <a:off x="13477875" y="8362950"/>
            <a:ext cx="0" cy="1524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83" name="直接连接符 282"/>
          <p:cNvSpPr>
            <a:spLocks noGrp="1"/>
          </p:cNvSpPr>
          <p:nvPr/>
        </p:nvSpPr>
        <p:spPr>
          <a:xfrm>
            <a:off x="2876550" y="8420100"/>
            <a:ext cx="1524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84" name="直接连接符 283"/>
          <p:cNvSpPr>
            <a:spLocks noGrp="1"/>
          </p:cNvSpPr>
          <p:nvPr/>
        </p:nvSpPr>
        <p:spPr>
          <a:xfrm>
            <a:off x="2952750" y="8343900"/>
            <a:ext cx="0" cy="1524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85" name="直接连接符 284"/>
          <p:cNvSpPr>
            <a:spLocks noGrp="1"/>
          </p:cNvSpPr>
          <p:nvPr/>
        </p:nvSpPr>
        <p:spPr>
          <a:xfrm>
            <a:off x="6210300" y="8429625"/>
            <a:ext cx="1524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86" name="直接连接符 285"/>
          <p:cNvSpPr>
            <a:spLocks noGrp="1"/>
          </p:cNvSpPr>
          <p:nvPr/>
        </p:nvSpPr>
        <p:spPr>
          <a:xfrm>
            <a:off x="6286500" y="8353425"/>
            <a:ext cx="0" cy="1524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WPS 演示</Application>
  <PresentationFormat>Converted Presentation</PresentationFormat>
  <Paragraphs>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4</cp:revision>
  <dcterms:created xsi:type="dcterms:W3CDTF">2026-07-29T17:49:00Z</dcterms:created>
  <dcterms:modified xsi:type="dcterms:W3CDTF">2026-08-09T12:13:00Z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CD6D99A2C18342C2B6EBBEFA23229B28_12</vt:lpwstr>
  </property>
  <property fmtid="{D5CDD505-2E9C-101B-9397-08002B2CF9AE}" pid="3" name="KSOProductBuildVer">
    <vt:lpwstr>2052-12.1.0.28022</vt:lpwstr>
  </property>
</Properties>
</file>