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0" r:id="rId3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5-title-shadow"/>
          <p:cNvSpPr>
            <a:spLocks noGrp="1"/>
          </p:cNvSpPr>
          <p:nvPr/>
        </p:nvSpPr>
        <p:spPr>
          <a:xfrm>
            <a:off x="1181100" y="514350"/>
            <a:ext cx="9906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600" b="1">
                <a:solidFill>
                  <a:srgbClr val="FFFFFF">
                    <a:alpha val="24000"/>
                  </a:srgbClr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3600" b="1">
                <a:solidFill>
                  <a:srgbClr val="FFFFFF">
                    <a:alpha val="24000"/>
                  </a:srgbClr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适合计算机的，不只是“数学特别好的人”</a:t>
            </a:r>
            <a:endParaRPr sz="3600" b="1">
              <a:solidFill>
                <a:srgbClr val="FFFFFF">
                  <a:alpha val="24000"/>
                </a:srgbClr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" name="s5-title"/>
          <p:cNvSpPr>
            <a:spLocks noGrp="1"/>
          </p:cNvSpPr>
          <p:nvPr/>
        </p:nvSpPr>
        <p:spPr>
          <a:xfrm>
            <a:off x="1152525" y="466725"/>
            <a:ext cx="99250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600" b="1">
                <a:solidFill>
                  <a:srgbClr val="F8FB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3600" b="1">
                <a:solidFill>
                  <a:srgbClr val="F8FB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适合计算机的，不只是“数学特别好的人”</a:t>
            </a:r>
            <a:endParaRPr sz="3600" b="1">
              <a:solidFill>
                <a:srgbClr val="F8FB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" name="s5-practice-title"/>
          <p:cNvSpPr>
            <a:spLocks noGrp="1"/>
          </p:cNvSpPr>
          <p:nvPr/>
        </p:nvSpPr>
        <p:spPr>
          <a:xfrm>
            <a:off x="1952625" y="2009775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F7FB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875" b="1">
                <a:solidFill>
                  <a:srgbClr val="F7FB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喜欢动手实践</a:t>
            </a:r>
            <a:endParaRPr sz="1875" b="1">
              <a:solidFill>
                <a:srgbClr val="F7FB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" name="s5-practice-sub"/>
          <p:cNvSpPr>
            <a:spLocks noGrp="1"/>
          </p:cNvSpPr>
          <p:nvPr/>
        </p:nvSpPr>
        <p:spPr>
          <a:xfrm>
            <a:off x="1952625" y="247650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>
                <a:solidFill>
                  <a:srgbClr val="F0F5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75">
                <a:solidFill>
                  <a:srgbClr val="F0F5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把想法做成工具</a:t>
            </a:r>
            <a:endParaRPr sz="1575">
              <a:solidFill>
                <a:srgbClr val="F0F5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" name="s5-logic-title"/>
          <p:cNvSpPr>
            <a:spLocks noGrp="1"/>
          </p:cNvSpPr>
          <p:nvPr/>
        </p:nvSpPr>
        <p:spPr>
          <a:xfrm>
            <a:off x="5772150" y="2009775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F7FB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875" b="1">
                <a:solidFill>
                  <a:srgbClr val="F7FB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具备逻辑意识</a:t>
            </a:r>
            <a:endParaRPr sz="1875" b="1">
              <a:solidFill>
                <a:srgbClr val="F7FB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7" name="s5-logic-sub"/>
          <p:cNvSpPr>
            <a:spLocks noGrp="1"/>
          </p:cNvSpPr>
          <p:nvPr/>
        </p:nvSpPr>
        <p:spPr>
          <a:xfrm>
            <a:off x="5772150" y="2476500"/>
            <a:ext cx="2343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>
                <a:solidFill>
                  <a:srgbClr val="F0F5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75">
                <a:solidFill>
                  <a:srgbClr val="F0F5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拆解问题与寻找规律</a:t>
            </a:r>
            <a:endParaRPr sz="1575">
              <a:solidFill>
                <a:srgbClr val="F0F5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8" name="s5-debug-title"/>
          <p:cNvSpPr>
            <a:spLocks noGrp="1"/>
          </p:cNvSpPr>
          <p:nvPr/>
        </p:nvSpPr>
        <p:spPr>
          <a:xfrm>
            <a:off x="9639300" y="2009775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F7FB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875" b="1">
                <a:solidFill>
                  <a:srgbClr val="F7FB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有一定抗挫能力</a:t>
            </a:r>
            <a:endParaRPr sz="1875" b="1">
              <a:solidFill>
                <a:srgbClr val="F7FB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9" name="s5-debug-sub"/>
          <p:cNvSpPr>
            <a:spLocks noGrp="1"/>
          </p:cNvSpPr>
          <p:nvPr/>
        </p:nvSpPr>
        <p:spPr>
          <a:xfrm>
            <a:off x="9639300" y="2476500"/>
            <a:ext cx="2333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>
                <a:solidFill>
                  <a:srgbClr val="F0F5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75">
                <a:solidFill>
                  <a:srgbClr val="F0F5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接受报错与反复调试</a:t>
            </a:r>
            <a:endParaRPr sz="1575">
              <a:solidFill>
                <a:srgbClr val="F0F5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0" name="s5-abstract-title"/>
          <p:cNvSpPr>
            <a:spLocks noGrp="1"/>
          </p:cNvSpPr>
          <p:nvPr/>
        </p:nvSpPr>
        <p:spPr>
          <a:xfrm>
            <a:off x="1914525" y="3933825"/>
            <a:ext cx="2571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F7FB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875" b="1">
                <a:solidFill>
                  <a:srgbClr val="F7FB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不排斥数学与抽象</a:t>
            </a:r>
            <a:endParaRPr sz="1875" b="1">
              <a:solidFill>
                <a:srgbClr val="F7FB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1" name="s5-abstract-sub"/>
          <p:cNvSpPr>
            <a:spLocks noGrp="1"/>
          </p:cNvSpPr>
          <p:nvPr/>
        </p:nvSpPr>
        <p:spPr>
          <a:xfrm>
            <a:off x="1914525" y="4400550"/>
            <a:ext cx="2333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>
                <a:solidFill>
                  <a:srgbClr val="F0F5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75">
                <a:solidFill>
                  <a:srgbClr val="F0F5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耐心学习模型与推理</a:t>
            </a:r>
            <a:endParaRPr sz="1575">
              <a:solidFill>
                <a:srgbClr val="F0F5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2" name="s5-learn-title"/>
          <p:cNvSpPr>
            <a:spLocks noGrp="1"/>
          </p:cNvSpPr>
          <p:nvPr/>
        </p:nvSpPr>
        <p:spPr>
          <a:xfrm>
            <a:off x="5772150" y="3933825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F7FB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875" b="1">
                <a:solidFill>
                  <a:srgbClr val="F7FB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愿意持续学习</a:t>
            </a:r>
            <a:endParaRPr sz="1875" b="1">
              <a:solidFill>
                <a:srgbClr val="F7FB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3" name="s5-learn-sub"/>
          <p:cNvSpPr>
            <a:spLocks noGrp="1"/>
          </p:cNvSpPr>
          <p:nvPr/>
        </p:nvSpPr>
        <p:spPr>
          <a:xfrm>
            <a:off x="5772150" y="4400550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>
                <a:solidFill>
                  <a:srgbClr val="F0F5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75">
                <a:solidFill>
                  <a:srgbClr val="F0F5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适应技术不断更新</a:t>
            </a:r>
            <a:endParaRPr sz="1575">
              <a:solidFill>
                <a:srgbClr val="F0F5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4" name="s5-focus-title"/>
          <p:cNvSpPr>
            <a:spLocks noGrp="1"/>
          </p:cNvSpPr>
          <p:nvPr/>
        </p:nvSpPr>
        <p:spPr>
          <a:xfrm>
            <a:off x="9639300" y="3933825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F7FB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875" b="1">
                <a:solidFill>
                  <a:srgbClr val="F7FB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能够长期专注</a:t>
            </a:r>
            <a:endParaRPr sz="1875" b="1">
              <a:solidFill>
                <a:srgbClr val="F7FB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5" name="s5-focus-sub"/>
          <p:cNvSpPr>
            <a:spLocks noGrp="1"/>
          </p:cNvSpPr>
          <p:nvPr/>
        </p:nvSpPr>
        <p:spPr>
          <a:xfrm>
            <a:off x="9639300" y="4400550"/>
            <a:ext cx="2333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>
                <a:solidFill>
                  <a:srgbClr val="F0F5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75">
                <a:solidFill>
                  <a:srgbClr val="F0F5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阅读代码并解决细节</a:t>
            </a:r>
            <a:endParaRPr sz="1575">
              <a:solidFill>
                <a:srgbClr val="F0F5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6" name="s5-zero"/>
          <p:cNvSpPr>
            <a:spLocks noGrp="1"/>
          </p:cNvSpPr>
          <p:nvPr/>
        </p:nvSpPr>
        <p:spPr>
          <a:xfrm>
            <a:off x="3381375" y="575310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250" b="1">
                <a:solidFill>
                  <a:srgbClr val="F7FB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250" b="1">
                <a:solidFill>
                  <a:srgbClr val="F7FB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零基础可以报考</a:t>
            </a:r>
            <a:endParaRPr sz="2250" b="1">
              <a:solidFill>
                <a:srgbClr val="F7FB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7" name="s5-personality"/>
          <p:cNvSpPr>
            <a:spLocks noGrp="1"/>
          </p:cNvSpPr>
          <p:nvPr/>
        </p:nvSpPr>
        <p:spPr>
          <a:xfrm>
            <a:off x="7477125" y="5753100"/>
            <a:ext cx="228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250" b="1">
                <a:solidFill>
                  <a:srgbClr val="F7FB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250" b="1">
                <a:solidFill>
                  <a:srgbClr val="F7FB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内向外向都可以</a:t>
            </a:r>
            <a:endParaRPr sz="2250" b="1">
              <a:solidFill>
                <a:srgbClr val="F7FB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</Words>
  <Application>WPS 演示</Application>
  <PresentationFormat>Converted Presentation</PresentationFormat>
  <Paragraphs>32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宋体</vt:lpstr>
      <vt:lpstr>Wingdings</vt:lpstr>
      <vt:lpstr>Microsoft YaHei UI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HanYu</cp:lastModifiedBy>
  <cp:revision>4</cp:revision>
  <dcterms:created xsi:type="dcterms:W3CDTF">2026-07-29T17:07:00Z</dcterms:created>
  <dcterms:modified xsi:type="dcterms:W3CDTF">2026-08-09T12:13:07Z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0D3601A580BB4A83A7A857C764BE7720_12</vt:lpwstr>
  </property>
  <property fmtid="{D5CDD505-2E9C-101B-9397-08002B2CF9AE}" pid="3" name="KSOProductBuildVer">
    <vt:lpwstr>2052-12.1.0.28022</vt:lpwstr>
  </property>
</Properties>
</file>