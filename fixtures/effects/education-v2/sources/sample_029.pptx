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10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B3D7D-C8EF-4627-9859-71632C34F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90851-A0B3-44CC-8D56-BB5B2DC3AA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882" y="419100"/>
            <a:ext cx="1074393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PHYSICS WITHOUT CHEMISTRY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23882" y="590550"/>
            <a:ext cx="10743931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选择物理但不选化学，需接受工科范围收缩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23882" y="1114425"/>
            <a:ext cx="10743931" cy="19050"/>
          </a:xfrm>
          <a:prstGeom prst="rect">
            <a:avLst/>
          </a:prstGeom>
          <a:solidFill>
            <a:srgbClr val="064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931" y="1428750"/>
            <a:ext cx="7238819" cy="3714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64B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52816" y="1447800"/>
            <a:ext cx="0" cy="36766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64B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625" y="1666875"/>
            <a:ext cx="3086023" cy="292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仍可重点关注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9625" y="1958975"/>
            <a:ext cx="3086023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经济学、金融学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会计、审计、财务与工商管理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法学、教育学及部分师范专业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部分食品、轻工、纺织、建筑类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部分护理及要求较宽松的专业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09985" y="1666875"/>
            <a:ext cx="3105072" cy="292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B416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可能明显受限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609985" y="1958975"/>
            <a:ext cx="3105072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计算机与电子信息类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电气与自动化类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机械、车辆工程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土木、测绘及其他工科方向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具体要求因院校与年度而异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96088" y="1428750"/>
            <a:ext cx="2952676" cy="3714750"/>
          </a:xfrm>
          <a:prstGeom prst="rect">
            <a:avLst/>
          </a:prstGeom>
          <a:solidFill>
            <a:srgbClr val="EFE7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96088" y="1466850"/>
            <a:ext cx="2952676" cy="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064B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5157" y="1724025"/>
            <a:ext cx="2514537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哪些学生可以考虑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715157" y="2003425"/>
            <a:ext cx="2514537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化学长期明显薄弱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对热门工科没有明确兴趣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接受经管、法学、教育等方向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换科后总分和位次优势明显提高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2931" y="5676900"/>
            <a:ext cx="10705832" cy="514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不要因为暂时回避化学，而在高考报考时才发现目标专业已经失去资格。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2931" y="6359525"/>
            <a:ext cx="1070583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8796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931" y="6448425"/>
            <a:ext cx="120012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江苏新高考选科逻辑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92300" y="6448425"/>
            <a:ext cx="15646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WPS 演示</Application>
  <PresentationFormat>宽屏</PresentationFormat>
  <Paragraphs>33</Paragraphs>
  <Slides>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宋体</vt:lpstr>
      <vt:lpstr>Times New Roman</vt:lpstr>
      <vt:lpstr>Times New Roman</vt:lpstr>
      <vt:lpstr>Times New Roman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H</dc:creator>
  <cp:lastModifiedBy>HanYu</cp:lastModifiedBy>
  <cp:revision>2</cp:revision>
  <dcterms:created xsi:type="dcterms:W3CDTF">2026-08-01T10:31:00Z</dcterms:created>
  <dcterms:modified xsi:type="dcterms:W3CDTF">2026-08-09T12:13:48Z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785D1EC934204B1596BD4456DE561D54_12</vt:lpwstr>
  </property>
  <property fmtid="{D5CDD505-2E9C-101B-9397-08002B2CF9AE}" pid="3" name="KSOProductBuildVer">
    <vt:lpwstr>2052-12.1.0.28022</vt:lpwstr>
  </property>
</Properties>
</file>