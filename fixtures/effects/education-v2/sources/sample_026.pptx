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4-title-shadow"/>
          <p:cNvSpPr>
            <a:spLocks noGrp="1"/>
          </p:cNvSpPr>
          <p:nvPr/>
        </p:nvSpPr>
        <p:spPr>
          <a:xfrm>
            <a:off x="1714500" y="40005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750" b="1">
                <a:solidFill>
                  <a:srgbClr val="FFFFFF">
                    <a:alpha val="24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750" b="1">
                <a:solidFill>
                  <a:srgbClr val="FFFFFF">
                    <a:alpha val="24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‘六大核心课’ 构成计算机知识底座</a:t>
            </a:r>
            <a:endParaRPr sz="3750" b="1">
              <a:solidFill>
                <a:srgbClr val="FFFFFF">
                  <a:alpha val="24000"/>
                </a:srgbClr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s4-title"/>
          <p:cNvSpPr>
            <a:spLocks noGrp="1"/>
          </p:cNvSpPr>
          <p:nvPr/>
        </p:nvSpPr>
        <p:spPr>
          <a:xfrm>
            <a:off x="1685925" y="352425"/>
            <a:ext cx="8810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750" b="1">
                <a:solidFill>
                  <a:srgbClr val="F8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750" b="1">
                <a:solidFill>
                  <a:srgbClr val="F8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‘六大核心课’ 构成计算机知识底座</a:t>
            </a:r>
            <a:endParaRPr sz="3750" b="1">
              <a:solidFill>
                <a:srgbClr val="F8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s4-capability"/>
          <p:cNvSpPr>
            <a:spLocks noGrp="1"/>
          </p:cNvSpPr>
          <p:nvPr/>
        </p:nvSpPr>
        <p:spPr>
          <a:xfrm>
            <a:off x="5314950" y="1676400"/>
            <a:ext cx="2686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计算机专业能力</a:t>
            </a:r>
            <a:endParaRPr sz="2400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s4-programming"/>
          <p:cNvSpPr>
            <a:spLocks noGrp="1"/>
          </p:cNvSpPr>
          <p:nvPr/>
        </p:nvSpPr>
        <p:spPr>
          <a:xfrm>
            <a:off x="1943100" y="3333750"/>
            <a:ext cx="147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程序设计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s4-algorithm"/>
          <p:cNvSpPr>
            <a:spLocks noGrp="1"/>
          </p:cNvSpPr>
          <p:nvPr/>
        </p:nvSpPr>
        <p:spPr>
          <a:xfrm>
            <a:off x="5514975" y="33337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数据结构与算法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s4-organization"/>
          <p:cNvSpPr>
            <a:spLocks noGrp="1"/>
          </p:cNvSpPr>
          <p:nvPr/>
        </p:nvSpPr>
        <p:spPr>
          <a:xfrm>
            <a:off x="9153525" y="3333750"/>
            <a:ext cx="2495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计算机组成原理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s4-os"/>
          <p:cNvSpPr>
            <a:spLocks noGrp="1"/>
          </p:cNvSpPr>
          <p:nvPr/>
        </p:nvSpPr>
        <p:spPr>
          <a:xfrm>
            <a:off x="1943100" y="4581525"/>
            <a:ext cx="147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操作系统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s4-network"/>
          <p:cNvSpPr>
            <a:spLocks noGrp="1"/>
          </p:cNvSpPr>
          <p:nvPr/>
        </p:nvSpPr>
        <p:spPr>
          <a:xfrm>
            <a:off x="5581650" y="458152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计算机网络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s4-database"/>
          <p:cNvSpPr>
            <a:spLocks noGrp="1"/>
          </p:cNvSpPr>
          <p:nvPr/>
        </p:nvSpPr>
        <p:spPr>
          <a:xfrm>
            <a:off x="9201150" y="458152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175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数据库系统</a:t>
            </a:r>
            <a:endParaRPr sz="2175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s4-408"/>
          <p:cNvSpPr>
            <a:spLocks noGrp="1"/>
          </p:cNvSpPr>
          <p:nvPr/>
        </p:nvSpPr>
        <p:spPr>
          <a:xfrm>
            <a:off x="1352550" y="5581650"/>
            <a:ext cx="1000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7FB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408核心： 数据结构与算法 | 计算机组成原理 | 操作系统 | 计算机网络</a:t>
            </a:r>
            <a:endParaRPr sz="2400" b="1">
              <a:solidFill>
                <a:srgbClr val="F7FB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Converted Presentation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4</cp:revision>
  <dcterms:created xsi:type="dcterms:W3CDTF">2026-07-29T17:07:00Z</dcterms:created>
  <dcterms:modified xsi:type="dcterms:W3CDTF">2026-08-09T12:13:06Z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0D3601A580BB4A83A7A857C764BE7720_12</vt:lpwstr>
  </property>
  <property fmtid="{D5CDD505-2E9C-101B-9397-08002B2CF9AE}" pid="3" name="KSOProductBuildVer">
    <vt:lpwstr>2052-12.1.0.28022</vt:lpwstr>
  </property>
</Properties>
</file>