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</p:sldIdLst>
  <p:sldSz cx="15925800" cy="896302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2" name="editable-suitable-label-bg"/>
          <p:cNvSpPr>
            <a:spLocks noGrp="1"/>
          </p:cNvSpPr>
          <p:nvPr/>
        </p:nvSpPr>
        <p:spPr>
          <a:xfrm>
            <a:off x="704850" y="1485900"/>
            <a:ext cx="1905000" cy="447675"/>
          </a:xfrm>
          <a:prstGeom prst="roundRect">
            <a:avLst>
              <a:gd name="adj" fmla="val 17021"/>
            </a:avLst>
          </a:prstGeom>
          <a:solidFill>
            <a:srgbClr val="155ED8"/>
          </a:solidFill>
          <a:ln w="0">
            <a:solidFill>
              <a:srgbClr val="155ED8"/>
            </a:solidFill>
            <a:prstDash val="solid"/>
          </a:ln>
        </p:spPr>
      </p:sp>
      <p:sp>
        <p:nvSpPr>
          <p:cNvPr id="3" name="editable-caution-label-bg"/>
          <p:cNvSpPr>
            <a:spLocks noGrp="1"/>
          </p:cNvSpPr>
          <p:nvPr/>
        </p:nvSpPr>
        <p:spPr>
          <a:xfrm>
            <a:off x="11353800" y="1485900"/>
            <a:ext cx="1905000" cy="447675"/>
          </a:xfrm>
          <a:prstGeom prst="roundRect">
            <a:avLst>
              <a:gd name="adj" fmla="val 17021"/>
            </a:avLst>
          </a:prstGeom>
          <a:solidFill>
            <a:srgbClr val="EA6A08"/>
          </a:solidFill>
          <a:ln w="0">
            <a:solidFill>
              <a:srgbClr val="EA6A08"/>
            </a:solidFill>
            <a:prstDash val="solid"/>
          </a:ln>
        </p:spPr>
      </p:sp>
      <p:sp>
        <p:nvSpPr>
          <p:cNvPr id="4" name="editable-slide5-title"/>
          <p:cNvSpPr>
            <a:spLocks noGrp="1"/>
          </p:cNvSpPr>
          <p:nvPr/>
        </p:nvSpPr>
        <p:spPr>
          <a:xfrm>
            <a:off x="1000125" y="533400"/>
            <a:ext cx="5429250" cy="7810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4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4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适合什么样的学生</a:t>
            </a:r>
            <a:endParaRPr sz="4950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editable-suitable-label"/>
          <p:cNvSpPr>
            <a:spLocks noGrp="1"/>
          </p:cNvSpPr>
          <p:nvPr/>
        </p:nvSpPr>
        <p:spPr>
          <a:xfrm>
            <a:off x="723900" y="1504950"/>
            <a:ext cx="1885950" cy="42862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适合特质：</a:t>
            </a:r>
            <a:endParaRPr sz="24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editable-caution-label"/>
          <p:cNvSpPr>
            <a:spLocks noGrp="1"/>
          </p:cNvSpPr>
          <p:nvPr/>
        </p:nvSpPr>
        <p:spPr>
          <a:xfrm>
            <a:off x="11410950" y="1504950"/>
            <a:ext cx="1790700" cy="42862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需要慎重：</a:t>
            </a:r>
            <a:endParaRPr sz="23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editable-trait1-title"/>
          <p:cNvSpPr>
            <a:spLocks noGrp="1"/>
          </p:cNvSpPr>
          <p:nvPr/>
        </p:nvSpPr>
        <p:spPr>
          <a:xfrm>
            <a:off x="1381125" y="2352675"/>
            <a:ext cx="1666875" cy="4191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数理基础较好</a:t>
            </a:r>
            <a:endParaRPr sz="1950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editable-trait1-body"/>
          <p:cNvSpPr>
            <a:spLocks noGrp="1"/>
          </p:cNvSpPr>
          <p:nvPr/>
        </p:nvSpPr>
        <p:spPr>
          <a:xfrm>
            <a:off x="819150" y="5600700"/>
            <a:ext cx="2095500" cy="8572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具备数学、物理等学科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基础，理解公式与原理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更轻松。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editable-trait2-title"/>
          <p:cNvSpPr>
            <a:spLocks noGrp="1"/>
          </p:cNvSpPr>
          <p:nvPr/>
        </p:nvSpPr>
        <p:spPr>
          <a:xfrm>
            <a:off x="3857625" y="2352675"/>
            <a:ext cx="1714500" cy="4191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喜欢动手实践</a:t>
            </a:r>
            <a:endParaRPr sz="1950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editable-trait2-body"/>
          <p:cNvSpPr>
            <a:spLocks noGrp="1"/>
          </p:cNvSpPr>
          <p:nvPr/>
        </p:nvSpPr>
        <p:spPr>
          <a:xfrm>
            <a:off x="3562350" y="5600700"/>
            <a:ext cx="2095500" cy="8572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热衷于动手搭建、调试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设备，在实践中学习和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解决问题。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editable-trait3-title"/>
          <p:cNvSpPr>
            <a:spLocks noGrp="1"/>
          </p:cNvSpPr>
          <p:nvPr/>
        </p:nvSpPr>
        <p:spPr>
          <a:xfrm>
            <a:off x="6334125" y="2352675"/>
            <a:ext cx="1762125" cy="4191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做事耐心细致</a:t>
            </a:r>
            <a:endParaRPr sz="1950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editable-trait3-body"/>
          <p:cNvSpPr>
            <a:spLocks noGrp="1"/>
          </p:cNvSpPr>
          <p:nvPr/>
        </p:nvSpPr>
        <p:spPr>
          <a:xfrm>
            <a:off x="6229350" y="5600700"/>
            <a:ext cx="2047875" cy="8572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能专注细节，耐心调试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与优化，追求准确与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可靠。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editable-trait4-title"/>
          <p:cNvSpPr>
            <a:spLocks noGrp="1"/>
          </p:cNvSpPr>
          <p:nvPr/>
        </p:nvSpPr>
        <p:spPr>
          <a:xfrm>
            <a:off x="8801100" y="2352675"/>
            <a:ext cx="1924050" cy="4191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愿意跨学科学习</a:t>
            </a:r>
            <a:endParaRPr sz="1950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editable-trait4-body"/>
          <p:cNvSpPr>
            <a:spLocks noGrp="1"/>
          </p:cNvSpPr>
          <p:nvPr/>
        </p:nvSpPr>
        <p:spPr>
          <a:xfrm>
            <a:off x="8686800" y="5600700"/>
            <a:ext cx="2114550" cy="8572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乐于融合数学、物理、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电子、计算机等知识，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0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拓展综合能力。</a:t>
            </a:r>
            <a:endParaRPr sz="1575" b="0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editable-caution1-title"/>
          <p:cNvSpPr>
            <a:spLocks noGrp="1"/>
          </p:cNvSpPr>
          <p:nvPr/>
        </p:nvSpPr>
        <p:spPr>
          <a:xfrm>
            <a:off x="12096750" y="2447925"/>
            <a:ext cx="1809750" cy="3619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EA6A0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>
                <a:solidFill>
                  <a:srgbClr val="EA6A0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只想做纯软件</a:t>
            </a:r>
            <a:endParaRPr sz="1950" b="1">
              <a:solidFill>
                <a:srgbClr val="EA6A0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editable-caution1-body"/>
          <p:cNvSpPr>
            <a:spLocks noGrp="1"/>
          </p:cNvSpPr>
          <p:nvPr/>
        </p:nvSpPr>
        <p:spPr>
          <a:xfrm>
            <a:off x="12096750" y="2962275"/>
            <a:ext cx="1619250" cy="5524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若只偏好软件开发，</a:t>
            </a:r>
            <a:endParaRPr sz="13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可能不够匹配。</a:t>
            </a:r>
            <a:endParaRPr sz="13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editable-caution2-title"/>
          <p:cNvSpPr>
            <a:spLocks noGrp="1"/>
          </p:cNvSpPr>
          <p:nvPr/>
        </p:nvSpPr>
        <p:spPr>
          <a:xfrm>
            <a:off x="12096750" y="3990975"/>
            <a:ext cx="2000250" cy="3619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EA6A0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>
                <a:solidFill>
                  <a:srgbClr val="EA6A0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排斥硬件和实验</a:t>
            </a:r>
            <a:endParaRPr sz="1950" b="1">
              <a:solidFill>
                <a:srgbClr val="EA6A0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editable-caution2-body"/>
          <p:cNvSpPr>
            <a:spLocks noGrp="1"/>
          </p:cNvSpPr>
          <p:nvPr/>
        </p:nvSpPr>
        <p:spPr>
          <a:xfrm>
            <a:off x="12096750" y="4524375"/>
            <a:ext cx="1666875" cy="6667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不喜欢接触硬件、</a:t>
            </a:r>
            <a:endParaRPr sz="13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实验操作会感到</a:t>
            </a:r>
            <a:endParaRPr sz="13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吃力。</a:t>
            </a:r>
            <a:endParaRPr sz="13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editable-caution3-title"/>
          <p:cNvSpPr>
            <a:spLocks noGrp="1"/>
          </p:cNvSpPr>
          <p:nvPr/>
        </p:nvSpPr>
        <p:spPr>
          <a:xfrm>
            <a:off x="12096750" y="5648325"/>
            <a:ext cx="2000250" cy="3619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EA6A0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>
                <a:solidFill>
                  <a:srgbClr val="EA6A0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不喜欢长期调试</a:t>
            </a:r>
            <a:endParaRPr sz="1950" b="1">
              <a:solidFill>
                <a:srgbClr val="EA6A0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editable-caution3-body"/>
          <p:cNvSpPr>
            <a:spLocks noGrp="1"/>
          </p:cNvSpPr>
          <p:nvPr/>
        </p:nvSpPr>
        <p:spPr>
          <a:xfrm>
            <a:off x="12096750" y="6162675"/>
            <a:ext cx="1695450" cy="6858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无法接受反复调试、</a:t>
            </a:r>
            <a:endParaRPr sz="13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长期优化的过程，</a:t>
            </a:r>
            <a:endParaRPr sz="13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容易受挫。</a:t>
            </a:r>
            <a:endParaRPr sz="13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editable-judgement"/>
          <p:cNvSpPr>
            <a:spLocks noGrp="1"/>
          </p:cNvSpPr>
          <p:nvPr/>
        </p:nvSpPr>
        <p:spPr>
          <a:xfrm>
            <a:off x="2438400" y="7467600"/>
            <a:ext cx="11334750" cy="5524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700" b="1">
                <a:solidFill>
                  <a:srgbClr val="16459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700" b="1">
                <a:solidFill>
                  <a:srgbClr val="16459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核心判断：它更适合愿意把“理论、硬件、实验、算法”连在一起的人。</a:t>
            </a:r>
            <a:endParaRPr sz="2700" b="1">
              <a:solidFill>
                <a:srgbClr val="16459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WPS 演示</Application>
  <PresentationFormat>Converted Presentation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2026-08-09T12:13:50Z</dcterms:created>
  <dcterms:modified xsi:type="dcterms:W3CDTF">2026-08-09T12:13:50Z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A9DCADCE4FC34F87B482575D7F030A33_12</vt:lpwstr>
  </property>
  <property fmtid="{D5CDD505-2E9C-101B-9397-08002B2CF9AE}" pid="3" name="KSOProductBuildVer">
    <vt:lpwstr>2052-12.1.0.28022</vt:lpwstr>
  </property>
</Properties>
</file>