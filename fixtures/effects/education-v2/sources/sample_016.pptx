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FD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627" r="627"/>
          <a:stretch>
            <a:fillRect/>
          </a:stretch>
        </p:blipFill>
        <p:spPr>
          <a:xfrm>
            <a:off x="8096250" y="266700"/>
            <a:ext cx="4095750" cy="4495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t="1017" b="1017"/>
          <a:stretch>
            <a:fillRect/>
          </a:stretch>
        </p:blipFill>
        <p:spPr>
          <a:xfrm>
            <a:off x="3714750" y="4229100"/>
            <a:ext cx="8477250" cy="2628900"/>
          </a:xfrm>
          <a:prstGeom prst="rect">
            <a:avLst/>
          </a:prstGeom>
        </p:spPr>
      </p:pic>
      <p:sp>
        <p:nvSpPr>
          <p:cNvPr id="3" name="page01-title-editable"/>
          <p:cNvSpPr>
            <a:spLocks noGrp="1"/>
          </p:cNvSpPr>
          <p:nvPr/>
        </p:nvSpPr>
        <p:spPr>
          <a:xfrm>
            <a:off x="838200" y="1190625"/>
            <a:ext cx="7429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93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defRPr>
            </a:pPr>
            <a:r>
              <a:rPr sz="9375" b="1">
                <a:solidFill>
                  <a:srgbClr val="061A3D"/>
                </a:solidFill>
                <a:latin typeface="Source Han Serif SC"/>
                <a:ea typeface="Source Han Serif SC"/>
                <a:cs typeface="Source Han Serif SC"/>
              </a:rPr>
              <a:t>电子信息类</a:t>
            </a:r>
            <a:endParaRPr sz="9375" b="1">
              <a:solidFill>
                <a:srgbClr val="061A3D"/>
              </a:solidFill>
              <a:latin typeface="Source Han Serif SC"/>
              <a:ea typeface="Source Han Serif SC"/>
              <a:cs typeface="Source Han Serif SC"/>
            </a:endParaRPr>
          </a:p>
        </p:txBody>
      </p:sp>
      <p:sp>
        <p:nvSpPr>
          <p:cNvPr id="4" name="title-rule"/>
          <p:cNvSpPr>
            <a:spLocks noGrp="1"/>
          </p:cNvSpPr>
          <p:nvPr/>
        </p:nvSpPr>
        <p:spPr>
          <a:xfrm>
            <a:off x="838200" y="3067050"/>
            <a:ext cx="5981700" cy="19050"/>
          </a:xfrm>
          <a:prstGeom prst="rect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5" name="title-rule-dot"/>
          <p:cNvSpPr>
            <a:spLocks noGrp="1"/>
          </p:cNvSpPr>
          <p:nvPr/>
        </p:nvSpPr>
        <p:spPr>
          <a:xfrm>
            <a:off x="6915150" y="3019425"/>
            <a:ext cx="104775" cy="104775"/>
          </a:xfrm>
          <a:prstGeom prst="ellipse">
            <a:avLst/>
          </a:prstGeom>
          <a:solidFill>
            <a:srgbClr val="C96A27"/>
          </a:solidFill>
          <a:ln w="0">
            <a:solidFill>
              <a:srgbClr val="C96A27"/>
            </a:solidFill>
            <a:prstDash val="solid"/>
          </a:ln>
        </p:spPr>
      </p:sp>
      <p:sp>
        <p:nvSpPr>
          <p:cNvPr id="6" name="page01-subtitle-editable"/>
          <p:cNvSpPr>
            <a:spLocks noGrp="1"/>
          </p:cNvSpPr>
          <p:nvPr/>
        </p:nvSpPr>
        <p:spPr>
          <a:xfrm>
            <a:off x="857250" y="3238500"/>
            <a:ext cx="7239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>
              <a:buNone/>
              <a:defRPr sz="3000" b="1">
                <a:solidFill>
                  <a:srgbClr val="061A3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061A3D"/>
                </a:solidFill>
                <a:latin typeface="Noto Sans CJK SC"/>
                <a:ea typeface="Noto Sans CJK SC"/>
                <a:cs typeface="Noto Sans CJK SC"/>
              </a:rPr>
              <a:t>看懂专业本质、升学路径与就业真相</a:t>
            </a:r>
            <a:endParaRPr sz="3000" b="1">
              <a:solidFill>
                <a:srgbClr val="061A3D"/>
              </a:solidFill>
              <a:latin typeface="Noto Sans CJK SC"/>
              <a:ea typeface="Noto Sans CJK SC"/>
              <a:cs typeface="Noto Sans CJK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演示</Application>
  <PresentationFormat>Converted Presentation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Source Han Serif SC</vt:lpstr>
      <vt:lpstr>Source Han Serif SC Heavy</vt:lpstr>
      <vt:lpstr>Noto Sans CJK SC</vt:lpstr>
      <vt:lpstr>Noto Serif SC</vt:lpstr>
      <vt:lpstr>Noto Sans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29</cp:revision>
  <dcterms:created xsi:type="dcterms:W3CDTF">2026-08-05T13:03:00Z</dcterms:created>
  <dcterms:modified xsi:type="dcterms:W3CDTF">2026-08-09T12:12:00Z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1CC454ED494E43189ACE5A82EF595F8B_13</vt:lpwstr>
  </property>
</Properties>
</file>