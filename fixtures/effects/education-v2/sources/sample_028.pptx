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10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B3D7D-C8EF-4627-9859-71632C34F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90851-A0B3-44CC-8D56-BB5B2DC3AA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882" y="419100"/>
            <a:ext cx="1074393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PHYSICS + CHEMISTRY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23882" y="590550"/>
            <a:ext cx="10743931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物化保覆盖，第三门定方向与得分效率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23882" y="1114425"/>
            <a:ext cx="10743931" cy="19050"/>
          </a:xfrm>
          <a:prstGeom prst="rect">
            <a:avLst/>
          </a:prstGeom>
          <a:solidFill>
            <a:srgbClr val="064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42931" y="1381125"/>
          <a:ext cx="10705832" cy="1962150"/>
        </p:xfrm>
        <a:graphic>
          <a:graphicData uri="http://schemas.openxmlformats.org/drawingml/2006/table">
            <a:tbl>
              <a:tblPr/>
              <a:tblGrid>
                <a:gridCol w="1143650"/>
                <a:gridCol w="4906575"/>
                <a:gridCol w="4655607"/>
              </a:tblGrid>
              <a:tr h="454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组合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4B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主要关联方向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4B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更适合的学生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4B91"/>
                    </a:solidFill>
                  </a:tcPr>
                </a:tc>
              </a:tr>
              <a:tr h="502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161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物化政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公安、军警、法学及需要政治基础的方向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政治较强，关注公安、军警或公共事务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161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物化生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医学、生命科学、生物技术等方向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对医学、生物和生命科学感兴趣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161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物化地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测绘、遥感、地理科学、地质、大气等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地理突出，关注空间、环境和地球科学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6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2931" y="3746500"/>
            <a:ext cx="6762581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64B9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931" y="3883025"/>
            <a:ext cx="676258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选择第三门的四条原则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2931" y="4149725"/>
            <a:ext cx="6762581" cy="423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成绩接近：优先考虑未来专业方向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方向未定：选择更有兴趣且可持续的科目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差距明显：比较排名、均分与赋分竞争力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不机械选科：专业目标也要服从总分现实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15097" y="3733800"/>
            <a:ext cx="3333667" cy="1762125"/>
          </a:xfrm>
          <a:prstGeom prst="rect">
            <a:avLst/>
          </a:prstGeom>
          <a:solidFill>
            <a:srgbClr val="EFE7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146846" y="3733800"/>
            <a:ext cx="0" cy="1762125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B416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8140" y="3943350"/>
            <a:ext cx="2851079" cy="22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16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页面结论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88140" y="4327525"/>
            <a:ext cx="2851079" cy="10132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物化解决“专业覆盖面”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第三门解决“方向匹配度与得分效率”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42931" y="6350000"/>
            <a:ext cx="1070583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879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2931" y="6438900"/>
            <a:ext cx="120012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江苏新高考选科逻辑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92300" y="6438900"/>
            <a:ext cx="15646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WPS 演示</Application>
  <PresentationFormat>宽屏</PresentationFormat>
  <Paragraphs>44</Paragraphs>
  <Slides>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宋体</vt:lpstr>
      <vt:lpstr>Times New Roman</vt:lpstr>
      <vt:lpstr>Times New Roman</vt:lpstr>
      <vt:lpstr>Times New Roman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H</dc:creator>
  <cp:lastModifiedBy>HanYu</cp:lastModifiedBy>
  <cp:revision>2</cp:revision>
  <dcterms:created xsi:type="dcterms:W3CDTF">2026-08-01T10:31:00Z</dcterms:created>
  <dcterms:modified xsi:type="dcterms:W3CDTF">2026-08-09T12:13:47Z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EC77C4D08A3F45D59058BDE64E372F9E_12</vt:lpwstr>
  </property>
  <property fmtid="{D5CDD505-2E9C-101B-9397-08002B2CF9AE}" pid="3" name="KSOProductBuildVer">
    <vt:lpwstr>2052-12.1.0.28022</vt:lpwstr>
  </property>
</Properties>
</file>